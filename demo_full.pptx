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50"/>
    <p:sldId id="299" r:id="rId51"/>
    <p:sldId id="300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notesMaster" Target="notesMasters/notesMaster1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27119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27119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27119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27119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271193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271193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4955169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4955169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521193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521193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521193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521193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521193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521193"/>
            <a:ext cx="8229600" cy="134198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341988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05169"/>
            <a:ext cx="82296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Diamond 4"/>
          <p:cNvSpPr/>
          <p:nvPr/>
        </p:nvSpPr>
        <p:spPr>
          <a:xfrm>
            <a:off x="3972000" y="2405392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条件判定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8" name="Diamond 7"/>
          <p:cNvSpPr/>
          <p:nvPr/>
        </p:nvSpPr>
        <p:spPr>
          <a:xfrm>
            <a:off x="457200" y="4015777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さらに分岐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はい</a:t>
            </a:r>
          </a:p>
        </p:txBody>
      </p:cxnSp>
      <p:cxnSp>
        <p:nvCxnSpPr>
          <p:cNvPr id="17" name="Connector 16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いいえ</a:t>
            </a:r>
          </a:p>
        </p:txBody>
      </p:cxnSp>
      <p:cxnSp>
        <p:nvCxnSpPr>
          <p:cNvPr id="18" name="Connector 17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ケース1</a:t>
            </a:r>
          </a:p>
        </p:txBody>
      </p:cxnSp>
      <p:cxnSp>
        <p:nvCxnSpPr>
          <p:cNvPr id="21" name="Connector 20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ケース2</a:t>
            </a:r>
          </a:p>
        </p:txBody>
      </p:cxnSp>
      <p:cxnSp>
        <p:nvCxnSpPr>
          <p:cNvPr id="22" name="Connector 21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ケース3</a:t>
            </a:r>
          </a:p>
        </p:txBody>
      </p:cxnSp>
      <p:cxnSp>
        <p:nvCxnSpPr>
          <p:cNvPr id="23" name="Connector 22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146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5" name="Rectangle 4"/>
          <p:cNvSpPr/>
          <p:nvPr/>
        </p:nvSpPr>
        <p:spPr>
          <a:xfrm>
            <a:off x="22146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処理1</a:t>
            </a:r>
          </a:p>
        </p:txBody>
      </p:sp>
      <p:sp>
        <p:nvSpPr>
          <p:cNvPr id="6" name="Rectangle 5"/>
          <p:cNvSpPr/>
          <p:nvPr/>
        </p:nvSpPr>
        <p:spPr>
          <a:xfrm>
            <a:off x="2214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46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46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46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×端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146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46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46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29400" y="3613181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814600" y="2100200"/>
            <a:ext cx="0" cy="3245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通常矢印</a:t>
            </a:r>
          </a:p>
        </p:txBody>
      </p:cxnSp>
      <p:cxnSp>
        <p:nvCxnSpPr>
          <p:cNvPr id="15" name="Connector 14"/>
          <p:cNvCxnSpPr>
            <a:stCxn id="5" idx="2"/>
            <a:endCxn id="6" idx="0"/>
          </p:cNvCxnSpPr>
          <p:nvPr/>
        </p:nvCxnSpPr>
        <p:spPr>
          <a:xfrm>
            <a:off x="2814600" y="2603445"/>
            <a:ext cx="0" cy="3245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点線矢印</a:t>
            </a:r>
          </a:p>
        </p:txBody>
      </p:cxnSp>
      <p:cxnSp>
        <p:nvCxnSpPr>
          <p:cNvPr id="16" name="Connector 15"/>
          <p:cNvCxnSpPr>
            <a:stCxn id="6" idx="2"/>
            <a:endCxn id="7" idx="0"/>
          </p:cNvCxnSpPr>
          <p:nvPr/>
        </p:nvCxnSpPr>
        <p:spPr>
          <a:xfrm>
            <a:off x="2814600" y="3106690"/>
            <a:ext cx="0" cy="3246"/>
          </a:xfrm>
          <a:prstGeom prst="line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太線矢印</a:t>
            </a:r>
          </a:p>
        </p:txBody>
      </p:cxnSp>
      <p:cxnSp>
        <p:nvCxnSpPr>
          <p:cNvPr id="17" name="Connector 16"/>
          <p:cNvCxnSpPr>
            <a:stCxn id="7" idx="2"/>
            <a:endCxn id="8" idx="0"/>
          </p:cNvCxnSpPr>
          <p:nvPr/>
        </p:nvCxnSpPr>
        <p:spPr>
          <a:xfrm>
            <a:off x="2814600" y="3609936"/>
            <a:ext cx="0" cy="3245"/>
          </a:xfrm>
          <a:prstGeom prst="line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2"/>
            <a:endCxn id="9" idx="0"/>
          </p:cNvCxnSpPr>
          <p:nvPr/>
        </p:nvCxnSpPr>
        <p:spPr>
          <a:xfrm>
            <a:off x="2814600" y="4113181"/>
            <a:ext cx="0" cy="3245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9" idx="2"/>
            <a:endCxn id="10" idx="0"/>
          </p:cNvCxnSpPr>
          <p:nvPr/>
        </p:nvCxnSpPr>
        <p:spPr>
          <a:xfrm>
            <a:off x="2814600" y="4616426"/>
            <a:ext cx="0" cy="3246"/>
          </a:xfrm>
          <a:prstGeom prst="line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anchor="ctr" wrap="square"/>
          <a:lstStyle/>
          <a:p>
            <a:r>
              <a:rPr dirty="0" sz="1000"/>
              <a:t>両方向</a:t>
            </a:r>
          </a:p>
        </p:txBody>
      </p:cxnSp>
      <p:cxnSp>
        <p:nvCxnSpPr>
          <p:cNvPr id="20" name="Connector 19"/>
          <p:cNvCxnSpPr>
            <a:stCxn id="10" idx="2"/>
            <a:endCxn id="11" idx="0"/>
          </p:cNvCxnSpPr>
          <p:nvPr/>
        </p:nvCxnSpPr>
        <p:spPr>
          <a:xfrm>
            <a:off x="2814600" y="5119672"/>
            <a:ext cx="0" cy="3245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1" idx="2"/>
            <a:endCxn id="12" idx="0"/>
          </p:cNvCxnSpPr>
          <p:nvPr/>
        </p:nvCxnSpPr>
        <p:spPr>
          <a:xfrm>
            <a:off x="2814600" y="5622917"/>
            <a:ext cx="0" cy="3246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2" idx="1"/>
            <a:endCxn id="13" idx="3"/>
          </p:cNvCxnSpPr>
          <p:nvPr/>
        </p:nvCxnSpPr>
        <p:spPr>
          <a:xfrm flipV="1">
            <a:off x="2214600" y="3863181"/>
            <a:ext cx="4714800" cy="2012982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シーケンス図（Sequence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sequenceDiagram
    participant A as クライアント
    participant B as サーバー
    participant C as データベース
    A-&gt;&gt;B: リクエスト送信
    B-&gt;&gt;C: クエリ実行
    C--&gt;&gt;B: 結果返却
    B--&gt;&gt;A: レスポンス返却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gantt
    title プロジェクト計画
    dateFormat YYYY-MM-DD
    section 設計
        要件定義  :done, des1, 2024-01-01, 2024-01-07
        基本設計  :done, des2, 2024-01-08, 7d
    section 実装
        コーディング :active, dev1, 2024-01-15, 14d
        テスト       :        dev2, after dev1, 7d
    section リリース
        デプロイ :milestone, 2024-02-05, 1d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line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line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line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line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line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状態図（State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5550039" y="489853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6151066" y="2071018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待機中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9305" y="2398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処理中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5092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完了</a:t>
            </a:r>
          </a:p>
        </p:txBody>
      </p:sp>
      <p:sp>
        <p:nvSpPr>
          <p:cNvPr id="8" name="Rectangle 7"/>
          <p:cNvSpPr/>
          <p:nvPr/>
        </p:nvSpPr>
        <p:spPr>
          <a:xfrm>
            <a:off x="7128870" y="3846909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エラー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5518" y="511328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root_end</a:t>
            </a:r>
          </a:p>
        </p:txBody>
      </p:sp>
      <p:cxnSp>
        <p:nvCxnSpPr>
          <p:cNvPr id="10" name="Connector 9"/>
          <p:cNvCxnSpPr>
            <a:stCxn id="4" idx="0"/>
            <a:endCxn id="5" idx="2"/>
          </p:cNvCxnSpPr>
          <p:nvPr/>
        </p:nvCxnSpPr>
        <p:spPr>
          <a:xfrm flipV="1">
            <a:off x="6150039" y="2571018"/>
            <a:ext cx="601027" cy="23275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3"/>
            <a:endCxn id="6" idx="1"/>
          </p:cNvCxnSpPr>
          <p:nvPr/>
        </p:nvCxnSpPr>
        <p:spPr>
          <a:xfrm flipH="1">
            <a:off x="3369305" y="2321018"/>
            <a:ext cx="3981761" cy="32740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3"/>
            <a:endCxn id="7" idx="1"/>
          </p:cNvCxnSpPr>
          <p:nvPr/>
        </p:nvCxnSpPr>
        <p:spPr>
          <a:xfrm flipH="1">
            <a:off x="457200" y="2648426"/>
            <a:ext cx="4112105" cy="95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>
            <a:off x="3369305" y="2648426"/>
            <a:ext cx="4959565" cy="1448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8" idx="0"/>
            <a:endCxn id="5" idx="2"/>
          </p:cNvCxnSpPr>
          <p:nvPr/>
        </p:nvCxnSpPr>
        <p:spPr>
          <a:xfrm flipH="1" flipV="1">
            <a:off x="6751066" y="2571018"/>
            <a:ext cx="977804" cy="12758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9" idx="0"/>
          </p:cNvCxnSpPr>
          <p:nvPr/>
        </p:nvCxnSpPr>
        <p:spPr>
          <a:xfrm>
            <a:off x="1057200" y="3850921"/>
            <a:ext cx="718318" cy="1262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800400" y="342446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qmd_to_pptx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600" y="185182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入力形式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QMD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210344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Markdown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6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出力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260669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PPTX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600" y="3864804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機能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86800" y="310993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数式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Mermaid図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11642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テーブル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86800" y="461967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コード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43600" y="537454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利用方法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86800" y="512291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ライブラリ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86800" y="5626163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MCPサーバー</a:t>
            </a:r>
          </a:p>
        </p:txBody>
      </p:sp>
      <p:cxnSp>
        <p:nvCxnSpPr>
          <p:cNvPr id="18" name="Connector 17"/>
          <p:cNvCxnSpPr>
            <a:stCxn id="4" idx="0"/>
            <a:endCxn id="5" idx="2"/>
          </p:cNvCxnSpPr>
          <p:nvPr/>
        </p:nvCxnSpPr>
        <p:spPr>
          <a:xfrm flipV="1">
            <a:off x="3400400" y="2351822"/>
            <a:ext cx="2343200" cy="1072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 flipV="1">
            <a:off x="5143600" y="1850200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5" idx="1"/>
            <a:endCxn id="7" idx="3"/>
          </p:cNvCxnSpPr>
          <p:nvPr/>
        </p:nvCxnSpPr>
        <p:spPr>
          <a:xfrm>
            <a:off x="5143600" y="2101822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4" idx="1"/>
            <a:endCxn id="8" idx="3"/>
          </p:cNvCxnSpPr>
          <p:nvPr/>
        </p:nvCxnSpPr>
        <p:spPr>
          <a:xfrm flipV="1">
            <a:off x="2800400" y="2856690"/>
            <a:ext cx="3543200" cy="817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5143600" y="2856690"/>
            <a:ext cx="3543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4" idx="1"/>
            <a:endCxn id="10" idx="3"/>
          </p:cNvCxnSpPr>
          <p:nvPr/>
        </p:nvCxnSpPr>
        <p:spPr>
          <a:xfrm>
            <a:off x="2800400" y="3674464"/>
            <a:ext cx="3543200" cy="4403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 flipV="1">
            <a:off x="5143600" y="3359936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0" idx="1"/>
            <a:endCxn id="12" idx="3"/>
          </p:cNvCxnSpPr>
          <p:nvPr/>
        </p:nvCxnSpPr>
        <p:spPr>
          <a:xfrm flipV="1">
            <a:off x="5143600" y="3863181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0" idx="1"/>
            <a:endCxn id="13" idx="3"/>
          </p:cNvCxnSpPr>
          <p:nvPr/>
        </p:nvCxnSpPr>
        <p:spPr>
          <a:xfrm>
            <a:off x="5143600" y="4114804"/>
            <a:ext cx="3543200" cy="251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0" idx="1"/>
            <a:endCxn id="14" idx="3"/>
          </p:cNvCxnSpPr>
          <p:nvPr/>
        </p:nvCxnSpPr>
        <p:spPr>
          <a:xfrm>
            <a:off x="5143600" y="4114804"/>
            <a:ext cx="3543200" cy="754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2"/>
            <a:endCxn id="15" idx="0"/>
          </p:cNvCxnSpPr>
          <p:nvPr/>
        </p:nvCxnSpPr>
        <p:spPr>
          <a:xfrm>
            <a:off x="3400400" y="3924464"/>
            <a:ext cx="2343200" cy="14500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1"/>
            <a:endCxn id="16" idx="3"/>
          </p:cNvCxnSpPr>
          <p:nvPr/>
        </p:nvCxnSpPr>
        <p:spPr>
          <a:xfrm flipV="1">
            <a:off x="5143600" y="5372917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5" idx="1"/>
            <a:endCxn id="17" idx="3"/>
          </p:cNvCxnSpPr>
          <p:nvPr/>
        </p:nvCxnSpPr>
        <p:spPr>
          <a:xfrm>
            <a:off x="5143600" y="5624540"/>
            <a:ext cx="3543200" cy="2516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line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