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3972000" y="2707339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待機中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200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処理中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679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エラー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72000" y="326026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開始</a:t>
            </a:r>
          </a:p>
        </p:txBody>
      </p: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53660" y="416610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成功</a:t>
            </a:r>
          </a:p>
        </p:txBody>
      </p: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490339" y="416610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失敗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490339" y="3713181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リトライ</a:t>
            </a:r>
          </a:p>
        </p:txBody>
      </p: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972000" y="3358180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NumLockOff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000" y="3358180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NumLockOn</a:t>
            </a:r>
          </a:p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3972000" y="4708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CapsLockOff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92000" y="4708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CapsLockOn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6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882000" y="345818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NumLock押す</a:t>
            </a:r>
          </a:p>
        </p:txBody>
      </p: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882000" y="345818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NumLock押す</a:t>
            </a:r>
          </a:p>
        </p:txBody>
      </p: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882000" y="4808181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CapsLock押す</a:t>
            </a:r>
          </a:p>
        </p:txBody>
      </p: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882000" y="4808181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CapsLock押す</a:t>
            </a:r>
          </a:p>
        </p:txBody>
      </p:sp>
      <p:cxnSp>
        <p:nvCxnSpPr>
          <p:cNvPr id="29" name="Connector 28"/>
          <p:cNvCxnSpPr>
            <a:stCxn id="6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972000" y="2707339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972000" y="4054022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2000" y="5404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Moving</a:t>
            </a:r>
          </a:p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490339" y="326026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speed &gt; 80</a:t>
            </a:r>
          </a:p>
        </p:txBody>
      </p: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53660" y="3260260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speed &lt;=80</a:t>
            </a:r>
          </a:p>
        </p:txBody>
      </p: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72000" y="482902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start</a:t>
            </a:r>
          </a:p>
        </p:txBody>
      </p: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72000" y="482902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23232"/>
                </a:solidFill>
              </a:rPr>
              <a:t>stop</a:t>
            </a:r>
          </a:p>
        </p:txBody>
      </p: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