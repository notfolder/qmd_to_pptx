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9"/>
    <p:sldId id="298" r:id="rId50"/>
    <p:sldId id="299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938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38676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9415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2620153" y="3613181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3160892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370163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4242369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4783107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5323846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5864584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6405323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>
            <a:off x="6946061" y="3613181"/>
            <a:ext cx="1200000" cy="500000"/>
          </a:xfrm>
          <a:prstGeom prst="inverted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997938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1538676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2079415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2620153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>
            <a:off x="3160892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3701630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4242369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4783107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5323846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5864584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>
            <a:off x="6405323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6946061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217533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27504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2000" y="332561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2000" y="390075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2000" y="44758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2000" y="505102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通常矢印</a:t>
            </a:r>
          </a:p>
        </p:txBody>
      </p:cxnSp>
      <p:cxnSp>
        <p:nvCxnSpPr>
          <p:cNvPr id="13" name="Connector 12"/>
          <p:cNvCxnSpPr>
            <a:stCxn id="5" idx="2"/>
            <a:endCxn id="6" idx="0"/>
          </p:cNvCxnSpPr>
          <p:nvPr/>
        </p:nvCxnSpPr>
        <p:spPr>
          <a:xfrm>
            <a:off x="4572000" y="2675337"/>
            <a:ext cx="0" cy="75138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点線矢印</a:t>
            </a:r>
          </a:p>
        </p:txBody>
      </p:cxn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3250475"/>
            <a:ext cx="0" cy="75137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太線矢印</a:t>
            </a:r>
          </a:p>
        </p:txBody>
      </p:cxnSp>
      <p:cxnSp>
        <p:nvCxnSpPr>
          <p:cNvPr id="15" name="Connector 14"/>
          <p:cNvCxnSpPr>
            <a:stCxn id="7" idx="2"/>
            <a:endCxn id="8" idx="0"/>
          </p:cNvCxnSpPr>
          <p:nvPr/>
        </p:nvCxnSpPr>
        <p:spPr>
          <a:xfrm>
            <a:off x="4572000" y="3825612"/>
            <a:ext cx="0" cy="75138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8" idx="2"/>
            <a:endCxn id="9" idx="0"/>
          </p:cNvCxnSpPr>
          <p:nvPr/>
        </p:nvCxnSpPr>
        <p:spPr>
          <a:xfrm>
            <a:off x="4572000" y="440075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2"/>
            <a:endCxn id="10" idx="0"/>
          </p:cNvCxnSpPr>
          <p:nvPr/>
        </p:nvCxnSpPr>
        <p:spPr>
          <a:xfrm>
            <a:off x="4572000" y="4975887"/>
            <a:ext cx="0" cy="75138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両方向</a:t>
            </a:r>
          </a:p>
        </p:txBody>
      </p:cxnSp>
      <p:cxnSp>
        <p:nvCxnSpPr>
          <p:cNvPr id="18" name="Connector 17"/>
          <p:cNvCxnSpPr>
            <a:stCxn id="10" idx="2"/>
            <a:endCxn id="11" idx="0"/>
          </p:cNvCxnSpPr>
          <p:nvPr/>
        </p:nvCxnSpPr>
        <p:spPr>
          <a:xfrm>
            <a:off x="4572000" y="5551025"/>
            <a:ext cx="0" cy="7513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