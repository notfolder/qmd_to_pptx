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1"/>
    <p:sldId id="300" r:id="rId52"/>
    <p:sldId id="301" r:id="rId5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notesMaster" Target="notesMasters/notesMaster1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 lvl="1"/>
            <a:r>
              <a:rPr sz="1800"/>
              <a:t>第2レベル（ネスト）</a:t>
            </a:r>
          </a:p>
          <a:p>
            <a:pPr lvl="1"/>
            <a:r>
              <a:rPr sz="1800"/>
              <a:t>第2レベル（ネスト）2</a:t>
            </a:r>
          </a:p>
          <a:p>
            <a:pPr lvl="2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def fibonacci(n: int) -&gt; int: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if n &lt;= 1: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    return n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return fibonacci(n - 1) + fibonacci(n - 2)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6312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904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467496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6080880" y="2187860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7486800" y="2187860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3613181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1863120" y="3613181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3269040" y="3613181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467496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608088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7486800" y="3613181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 flipV="1">
            <a:off x="457200" y="5038502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7486800" y="5038502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1"/>
            <a:endCxn id="5" idx="3"/>
          </p:cNvCxnSpPr>
          <p:nvPr/>
        </p:nvCxnSpPr>
        <p:spPr>
          <a:xfrm>
            <a:off x="45720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>
            <a:off x="186312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1"/>
            <a:endCxn id="7" idx="3"/>
          </p:cNvCxnSpPr>
          <p:nvPr/>
        </p:nvCxnSpPr>
        <p:spPr>
          <a:xfrm>
            <a:off x="326904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1"/>
            <a:endCxn id="8" idx="3"/>
          </p:cNvCxnSpPr>
          <p:nvPr/>
        </p:nvCxnSpPr>
        <p:spPr>
          <a:xfrm>
            <a:off x="467496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608088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3"/>
            <a:endCxn id="10" idx="1"/>
          </p:cNvCxnSpPr>
          <p:nvPr/>
        </p:nvCxnSpPr>
        <p:spPr>
          <a:xfrm flipH="1">
            <a:off x="457200" y="2437860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>
            <a:off x="45720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1"/>
            <a:endCxn id="12" idx="3"/>
          </p:cNvCxnSpPr>
          <p:nvPr/>
        </p:nvCxnSpPr>
        <p:spPr>
          <a:xfrm>
            <a:off x="186312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1"/>
            <a:endCxn id="13" idx="3"/>
          </p:cNvCxnSpPr>
          <p:nvPr/>
        </p:nvCxnSpPr>
        <p:spPr>
          <a:xfrm>
            <a:off x="326904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1"/>
            <a:endCxn id="14" idx="3"/>
          </p:cNvCxnSpPr>
          <p:nvPr/>
        </p:nvCxnSpPr>
        <p:spPr>
          <a:xfrm>
            <a:off x="467496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1"/>
            <a:endCxn id="15" idx="3"/>
          </p:cNvCxnSpPr>
          <p:nvPr/>
        </p:nvCxnSpPr>
        <p:spPr>
          <a:xfrm>
            <a:off x="608088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3"/>
            <a:endCxn id="16" idx="1"/>
          </p:cNvCxnSpPr>
          <p:nvPr/>
        </p:nvCxnSpPr>
        <p:spPr>
          <a:xfrm flipH="1">
            <a:off x="457200" y="3863181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1"/>
            <a:endCxn id="17" idx="3"/>
          </p:cNvCxnSpPr>
          <p:nvPr/>
        </p:nvCxnSpPr>
        <p:spPr>
          <a:xfrm>
            <a:off x="457200" y="5288502"/>
            <a:ext cx="82296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枝分かれ構造デモ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9720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処理B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20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5" name="Connector 14"/>
          <p:cNvCxnSpPr>
            <a:stCxn id="4" idx="2"/>
            <a:endCxn id="5" idx="0"/>
          </p:cNvCxnSpPr>
          <p:nvPr/>
        </p:nvCxnSpPr>
        <p:spPr>
          <a:xfrm>
            <a:off x="45720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3"/>
            <a:endCxn id="6" idx="1"/>
          </p:cNvCxnSpPr>
          <p:nvPr/>
        </p:nvCxnSpPr>
        <p:spPr>
          <a:xfrm flipH="1">
            <a:off x="4572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5" idx="1"/>
            <a:endCxn id="7" idx="3"/>
          </p:cNvCxnSpPr>
          <p:nvPr/>
        </p:nvCxnSpPr>
        <p:spPr>
          <a:xfrm>
            <a:off x="39720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2"/>
            <a:endCxn id="8" idx="0"/>
          </p:cNvCxnSpPr>
          <p:nvPr/>
        </p:nvCxnSpPr>
        <p:spPr>
          <a:xfrm>
            <a:off x="10572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2"/>
            <a:endCxn id="9" idx="0"/>
          </p:cNvCxnSpPr>
          <p:nvPr/>
        </p:nvCxnSpPr>
        <p:spPr>
          <a:xfrm>
            <a:off x="80868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2"/>
            <a:endCxn id="10" idx="0"/>
          </p:cNvCxnSpPr>
          <p:nvPr/>
        </p:nvCxnSpPr>
        <p:spPr>
          <a:xfrm>
            <a:off x="10572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8" idx="1"/>
            <a:endCxn id="11" idx="3"/>
          </p:cNvCxnSpPr>
          <p:nvPr/>
        </p:nvCxnSpPr>
        <p:spPr>
          <a:xfrm>
            <a:off x="457200" y="4265777"/>
            <a:ext cx="35432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8" idx="1"/>
            <a:endCxn id="12" idx="3"/>
          </p:cNvCxnSpPr>
          <p:nvPr/>
        </p:nvCxnSpPr>
        <p:spPr>
          <a:xfrm>
            <a:off x="457200" y="4265777"/>
            <a:ext cx="58864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3" idx="0"/>
          </p:cNvCxnSpPr>
          <p:nvPr/>
        </p:nvCxnSpPr>
        <p:spPr>
          <a:xfrm>
            <a:off x="80868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0" idx="1"/>
            <a:endCxn id="14" idx="3"/>
          </p:cNvCxnSpPr>
          <p:nvPr/>
        </p:nvCxnSpPr>
        <p:spPr>
          <a:xfrm>
            <a:off x="4572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1" idx="2"/>
            <a:endCxn id="14" idx="0"/>
          </p:cNvCxnSpPr>
          <p:nvPr/>
        </p:nvCxnSpPr>
        <p:spPr>
          <a:xfrm>
            <a:off x="34004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2" idx="2"/>
            <a:endCxn id="14" idx="0"/>
          </p:cNvCxnSpPr>
          <p:nvPr/>
        </p:nvCxnSpPr>
        <p:spPr>
          <a:xfrm flipH="1">
            <a:off x="45720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3"/>
            <a:endCxn id="14" idx="1"/>
          </p:cNvCxnSpPr>
          <p:nvPr/>
        </p:nvCxnSpPr>
        <p:spPr>
          <a:xfrm flipH="1">
            <a:off x="39720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270181" y="2405392"/>
            <a:ext cx="2603638" cy="535777"/>
            <a:chOff x="3270181" y="2405392"/>
            <a:chExt cx="2603638" cy="535777"/>
          </a:xfrm>
        </p:grpSpPr>
        <p:sp>
          <p:nvSpPr>
            <p:cNvPr id="5" name="Diamond 4"/>
            <p:cNvSpPr/>
            <p:nvPr/>
          </p:nvSpPr>
          <p:spPr>
            <a:xfrm>
              <a:off x="3972000" y="2405392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条件判定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270181" y="2691169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はい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673819" y="2691169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いいえ</a:t>
              </a:r>
            </a:p>
          </p:txBody>
        </p:sp>
      </p:grpSp>
      <p:grpSp>
        <p:grpSpPr>
          <a:xfrm>
            <a:off x="457200" y="4015777"/>
            <a:ext cx="1909602" cy="1095000"/>
            <a:chOff x="457200" y="4015777"/>
            <a:chExt cx="1909602" cy="1095000"/>
          </a:xfrm>
        </p:grpSpPr>
        <p:sp>
          <p:nvSpPr>
            <p:cNvPr id="8" name="Diamond 7"/>
            <p:cNvSpPr/>
            <p:nvPr/>
          </p:nvSpPr>
          <p:spPr>
            <a:xfrm>
              <a:off x="457200" y="4015777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さらに分岐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57200" y="4860777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138119" y="437476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ケース2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66802" y="4262697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ケース3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1c.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20646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2064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794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79400" y="29421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9400" y="428417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794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4" name="Connector 13"/>
          <p:cNvCxnSpPr>
            <a:stCxn id="4" idx="2"/>
            <a:endCxn id="5" idx="0"/>
          </p:cNvCxnSpPr>
          <p:nvPr/>
        </p:nvCxnSpPr>
        <p:spPr>
          <a:xfrm>
            <a:off x="26646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2"/>
            <a:endCxn id="6" idx="0"/>
          </p:cNvCxnSpPr>
          <p:nvPr/>
        </p:nvCxnSpPr>
        <p:spPr>
          <a:xfrm>
            <a:off x="2664600" y="2905392"/>
            <a:ext cx="0" cy="305193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6" idx="2"/>
            <a:endCxn id="7" idx="0"/>
          </p:cNvCxnSpPr>
          <p:nvPr/>
        </p:nvCxnSpPr>
        <p:spPr>
          <a:xfrm>
            <a:off x="2664600" y="3710585"/>
            <a:ext cx="0" cy="305192"/>
          </a:xfrm>
          <a:prstGeom prst="curvedConnector3">
            <a:avLst/>
          </a:prstGeom>
          <a:ln w="38100"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2"/>
            <a:endCxn id="8" idx="0"/>
          </p:cNvCxnSpPr>
          <p:nvPr/>
        </p:nvCxnSpPr>
        <p:spPr>
          <a:xfrm>
            <a:off x="2664600" y="4515777"/>
            <a:ext cx="0" cy="305193"/>
          </a:xfrm>
          <a:prstGeom prst="curvedConnector3">
            <a:avLst/>
          </a:prstGeom>
          <a:ln>
            <a:head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2"/>
            <a:endCxn id="9" idx="0"/>
          </p:cNvCxnSpPr>
          <p:nvPr/>
        </p:nvCxnSpPr>
        <p:spPr>
          <a:xfrm>
            <a:off x="2664600" y="5320970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9" idx="0"/>
            <a:endCxn id="10" idx="2"/>
          </p:cNvCxnSpPr>
          <p:nvPr/>
        </p:nvCxnSpPr>
        <p:spPr>
          <a:xfrm flipV="1">
            <a:off x="2664600" y="2100200"/>
            <a:ext cx="3814800" cy="3525963"/>
          </a:xfrm>
          <a:prstGeom prst="curvedConnector3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2"/>
            <a:endCxn id="11" idx="0"/>
          </p:cNvCxnSpPr>
          <p:nvPr/>
        </p:nvCxnSpPr>
        <p:spPr>
          <a:xfrm>
            <a:off x="6479400" y="2100200"/>
            <a:ext cx="0" cy="841987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2"/>
            <a:endCxn id="12" idx="0"/>
          </p:cNvCxnSpPr>
          <p:nvPr/>
        </p:nvCxnSpPr>
        <p:spPr>
          <a:xfrm>
            <a:off x="6479400" y="3442187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2"/>
            <a:endCxn id="13" idx="0"/>
          </p:cNvCxnSpPr>
          <p:nvPr/>
        </p:nvCxnSpPr>
        <p:spPr>
          <a:xfrm>
            <a:off x="6479400" y="4784175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2064600" y="1600200"/>
            <a:ext cx="1200000" cy="1095000"/>
            <a:chOff x="2064600" y="1600200"/>
            <a:chExt cx="1200000" cy="1095000"/>
          </a:xfrm>
        </p:grpSpPr>
        <p:sp>
          <p:nvSpPr>
            <p:cNvPr id="4" name="Rounded Rectangle 3"/>
            <p:cNvSpPr/>
            <p:nvPr/>
          </p:nvSpPr>
          <p:spPr>
            <a:xfrm>
              <a:off x="2064600" y="1600200"/>
              <a:ext cx="1200000" cy="50000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開始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064600" y="244520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通常矢印</a:t>
              </a:r>
            </a:p>
          </p:txBody>
        </p:sp>
      </p:grpSp>
      <p:grpSp>
        <p:grpSpPr>
          <a:xfrm>
            <a:off x="2064600" y="2405392"/>
            <a:ext cx="1200000" cy="1095000"/>
            <a:chOff x="2064600" y="2405392"/>
            <a:chExt cx="1200000" cy="1095000"/>
          </a:xfrm>
        </p:grpSpPr>
        <p:sp>
          <p:nvSpPr>
            <p:cNvPr id="5" name="Rectangle 4"/>
            <p:cNvSpPr/>
            <p:nvPr/>
          </p:nvSpPr>
          <p:spPr>
            <a:xfrm>
              <a:off x="2064600" y="2405392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処理1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064600" y="325039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点線矢印</a:t>
              </a:r>
            </a:p>
          </p:txBody>
        </p:sp>
      </p:grpSp>
      <p:grpSp>
        <p:grpSpPr>
          <a:xfrm>
            <a:off x="2064600" y="3210585"/>
            <a:ext cx="1200000" cy="1095000"/>
            <a:chOff x="2064600" y="3210585"/>
            <a:chExt cx="1200000" cy="1095000"/>
          </a:xfrm>
        </p:grpSpPr>
        <p:sp>
          <p:nvSpPr>
            <p:cNvPr id="6" name="Rectangle 5"/>
            <p:cNvSpPr/>
            <p:nvPr/>
          </p:nvSpPr>
          <p:spPr>
            <a:xfrm>
              <a:off x="2064600" y="3210585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64600" y="405558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太線矢印</a:t>
              </a:r>
            </a:p>
          </p:txBody>
        </p:sp>
      </p:grpSp>
      <p:grpSp>
        <p:grpSpPr>
          <a:xfrm>
            <a:off x="2064600" y="5228525"/>
            <a:ext cx="1695226" cy="897638"/>
            <a:chOff x="2064600" y="5228525"/>
            <a:chExt cx="1695226" cy="897638"/>
          </a:xfrm>
        </p:grpSpPr>
        <p:sp>
          <p:nvSpPr>
            <p:cNvPr id="9" name="Rectangle 8"/>
            <p:cNvSpPr/>
            <p:nvPr/>
          </p:nvSpPr>
          <p:spPr>
            <a:xfrm>
              <a:off x="2064600" y="5626163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×端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559826" y="522852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両方向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2a. シーケンス図 - 基本（autonumber・activate・Note）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59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ユーザー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433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007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0581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859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433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007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81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7200" y="4122142"/>
            <a:ext cx="8109600" cy="1595320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7200" y="4122142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alt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7200" y="4122142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[認証成功]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7200" y="5059802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7200" y="5059802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[認証失敗]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8100" y="3464482"/>
            <a:ext cx="140000" cy="411037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30700" y="2673445"/>
            <a:ext cx="140000" cy="1810904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485900" y="234461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85900" y="212461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1. ログインボタン押下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43300" y="267344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43300" y="245344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2. 認証リクエスト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00700" y="346448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00700" y="324448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3. ユーザー照会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600700" y="379331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0700" y="357331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4. ユーザー情報返却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543300" y="440214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543300" y="418214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5. 認証トークン発行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485900" y="473097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485900" y="451097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6. ログイン完了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3543300" y="505980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543300" y="483980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7. 認証エラー ✕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1485900" y="538863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485900" y="516863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8. エラーメッセージ表示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80700" y="3002275"/>
            <a:ext cx="13000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セッション確認中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457200" y="2359561"/>
            <a:ext cx="8229600" cy="1356169"/>
          </a:xfrm>
          <a:prstGeom prst="rect">
            <a:avLst/>
          </a:prstGeom>
          <a:solidFill>
            <a:srgbClr val="C8F0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2b. シーケンス図 - フレーム（loop・par・rect背景）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28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20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67152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288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7200" y="2718284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7200" y="2718284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00" y="2718284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[リトライ（最大3回）]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7200" y="3715730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7200" y="3715730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par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00" y="3715730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[非同期通知]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17200" y="4354453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7200" y="4354453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[非同期ログ]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2359561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28800" y="2139561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リクエスト送信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2998284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0" y="2778284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クエリ実行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72000" y="3357007"/>
            <a:ext cx="27432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0" y="3137007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結果返却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1828800" y="3995730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28800" y="3775730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完了通知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4354453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0" y="4134453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ログ書き込み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828800" y="5182856"/>
            <a:ext cx="0" cy="300000"/>
          </a:xfrm>
          <a:prstGeom prst="bentConnector3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88800" y="4982856"/>
            <a:ext cx="74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内部状態更新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28800" y="4713176"/>
            <a:ext cx="39432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処理完了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gantt
    title プロジェクト計画
    dateFormat YYYY-MM-DD
    section 設計
        要件定義  :done, des1, 2024-01-01, 2024-01-07
        基本設計  :done, des2, 2024-01-08, 7d
    section 実装
        コーディング :active, dev1, 2024-01-15, 14d
        テスト       :        dev2, after dev1, 7d
    section リリース
        デプロイ :milestone, 2024-02-05, 1d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457200" y="1600200"/>
            <a:ext cx="1700000" cy="1080000"/>
            <a:chOff x="457200" y="1600200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4572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72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722000" y="1600200"/>
            <a:ext cx="1700000" cy="1080000"/>
            <a:chOff x="3722000" y="1600200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37220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7220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220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986800" y="1600200"/>
            <a:ext cx="1700000" cy="1080000"/>
            <a:chOff x="6986800" y="1600200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69868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68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868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7200" y="3323181"/>
            <a:ext cx="1700000" cy="1080000"/>
            <a:chOff x="457200" y="3323181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4572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72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722000" y="3323181"/>
            <a:ext cx="1700000" cy="1080000"/>
            <a:chOff x="3722000" y="3323181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37220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7220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220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986800" y="3323181"/>
            <a:ext cx="1700000" cy="1080000"/>
            <a:chOff x="6986800" y="332318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69868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868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868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57200" y="5046163"/>
            <a:ext cx="1700000" cy="1080000"/>
            <a:chOff x="457200" y="5046163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4572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22000" y="5046163"/>
            <a:ext cx="1700000" cy="1080000"/>
            <a:chOff x="3722000" y="5046163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37220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220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220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1"/>
            <a:endCxn id="8" idx="3"/>
          </p:cNvCxnSpPr>
          <p:nvPr/>
        </p:nvCxnSpPr>
        <p:spPr>
          <a:xfrm>
            <a:off x="457200" y="1820200"/>
            <a:ext cx="4964800" cy="0"/>
          </a:xfrm>
          <a:prstGeom prst="curvedConnector3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1"/>
            <a:endCxn id="12" idx="3"/>
          </p:cNvCxnSpPr>
          <p:nvPr/>
        </p:nvCxnSpPr>
        <p:spPr>
          <a:xfrm>
            <a:off x="3722000" y="1820200"/>
            <a:ext cx="4964800" cy="0"/>
          </a:xfrm>
          <a:prstGeom prst="curvedConnector3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3"/>
            <a:endCxn id="16" idx="1"/>
          </p:cNvCxnSpPr>
          <p:nvPr/>
        </p:nvCxnSpPr>
        <p:spPr>
          <a:xfrm flipH="1">
            <a:off x="457200" y="1820200"/>
            <a:ext cx="4964800" cy="1722981"/>
          </a:xfrm>
          <a:prstGeom prst="curvedConnector3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8" idx="2"/>
          </p:cNvCxnSpPr>
          <p:nvPr/>
        </p:nvCxnSpPr>
        <p:spPr>
          <a:xfrm flipV="1">
            <a:off x="4572000" y="2040200"/>
            <a:ext cx="0" cy="128298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2"/>
            <a:endCxn id="32" idx="0"/>
          </p:cNvCxnSpPr>
          <p:nvPr/>
        </p:nvCxnSpPr>
        <p:spPr>
          <a:xfrm>
            <a:off x="4572000" y="3763181"/>
            <a:ext cx="0" cy="1282982"/>
          </a:xfrm>
          <a:prstGeom prst="curvedConnector3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3"/>
            <a:endCxn id="28" idx="1"/>
          </p:cNvCxnSpPr>
          <p:nvPr/>
        </p:nvCxnSpPr>
        <p:spPr>
          <a:xfrm flipH="1">
            <a:off x="457200" y="3543181"/>
            <a:ext cx="4964800" cy="1722982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1"/>
            <a:endCxn id="24" idx="3"/>
          </p:cNvCxnSpPr>
          <p:nvPr/>
        </p:nvCxnSpPr>
        <p:spPr>
          <a:xfrm>
            <a:off x="3722000" y="1820200"/>
            <a:ext cx="4964800" cy="1722981"/>
          </a:xfrm>
          <a:prstGeom prst="curvedConnector3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3"/>
            <a:endCxn id="28" idx="1"/>
          </p:cNvCxnSpPr>
          <p:nvPr/>
        </p:nvCxnSpPr>
        <p:spPr>
          <a:xfrm flipH="1">
            <a:off x="457200" y="5266163"/>
            <a:ext cx="4964800" cy="0"/>
          </a:xfrm>
          <a:prstGeom prst="curvedConnector3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状態図（State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5550039" y="489853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151066" y="2071018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待機中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9305" y="2398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処理中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5092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完了</a:t>
            </a:r>
          </a:p>
        </p:txBody>
      </p:sp>
      <p:sp>
        <p:nvSpPr>
          <p:cNvPr id="8" name="Rectangle 7"/>
          <p:cNvSpPr/>
          <p:nvPr/>
        </p:nvSpPr>
        <p:spPr>
          <a:xfrm>
            <a:off x="7128870" y="3846909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エラー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5518" y="511328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root_end</a:t>
            </a:r>
          </a:p>
        </p:txBody>
      </p:sp>
      <p:cxnSp>
        <p:nvCxnSpPr>
          <p:cNvPr id="10" name="Connector 9"/>
          <p:cNvCxnSpPr>
            <a:stCxn id="4" idx="0"/>
            <a:endCxn id="5" idx="2"/>
          </p:cNvCxnSpPr>
          <p:nvPr/>
        </p:nvCxnSpPr>
        <p:spPr>
          <a:xfrm flipV="1">
            <a:off x="6150039" y="2571018"/>
            <a:ext cx="601027" cy="232751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3"/>
            <a:endCxn id="6" idx="1"/>
          </p:cNvCxnSpPr>
          <p:nvPr/>
        </p:nvCxnSpPr>
        <p:spPr>
          <a:xfrm flipH="1">
            <a:off x="3369305" y="2321018"/>
            <a:ext cx="3981761" cy="327408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3"/>
            <a:endCxn id="7" idx="1"/>
          </p:cNvCxnSpPr>
          <p:nvPr/>
        </p:nvCxnSpPr>
        <p:spPr>
          <a:xfrm flipH="1">
            <a:off x="457200" y="2648426"/>
            <a:ext cx="4112105" cy="952495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1"/>
            <a:endCxn id="8" idx="3"/>
          </p:cNvCxnSpPr>
          <p:nvPr/>
        </p:nvCxnSpPr>
        <p:spPr>
          <a:xfrm>
            <a:off x="3369305" y="2648426"/>
            <a:ext cx="4959565" cy="144848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8" idx="0"/>
            <a:endCxn id="5" idx="2"/>
          </p:cNvCxnSpPr>
          <p:nvPr/>
        </p:nvCxnSpPr>
        <p:spPr>
          <a:xfrm flipH="1" flipV="1">
            <a:off x="6751066" y="2571018"/>
            <a:ext cx="977804" cy="1275891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2"/>
            <a:endCxn id="9" idx="0"/>
          </p:cNvCxnSpPr>
          <p:nvPr/>
        </p:nvCxnSpPr>
        <p:spPr>
          <a:xfrm>
            <a:off x="1057200" y="3850921"/>
            <a:ext cx="718318" cy="1262359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25688" y="551315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CUSTOMER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00578" y="284804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504533" y="19579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LINE-ITEM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335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PRODUCT</a:t>
            </a:r>
          </a:p>
        </p:txBody>
      </p:sp>
      <p:cxnSp>
        <p:nvCxnSpPr>
          <p:cNvPr id="8" name="Connector 7"/>
          <p:cNvCxnSpPr>
            <a:stCxn id="4" idx="0"/>
            <a:endCxn id="5" idx="2"/>
          </p:cNvCxnSpPr>
          <p:nvPr/>
        </p:nvCxnSpPr>
        <p:spPr>
          <a:xfrm flipV="1">
            <a:off x="7025688" y="3348046"/>
            <a:ext cx="74890" cy="2165109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H="1" flipV="1">
            <a:off x="2504533" y="2207962"/>
            <a:ext cx="5196045" cy="89008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7" idx="0"/>
            <a:endCxn id="6" idx="2"/>
          </p:cNvCxnSpPr>
          <p:nvPr/>
        </p:nvCxnSpPr>
        <p:spPr>
          <a:xfrm flipV="1">
            <a:off x="1057200" y="2457962"/>
            <a:ext cx="2047333" cy="1675600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円グラフ（Pie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pie title 言語別コード比率
    "Python" : 42
    "TypeScript" : 28
    "Rust" : 15
    "Go" : 10
    "その他" : 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2800400" y="342446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qmd_to_pptx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600" y="185182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入力形式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210344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Markdown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6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出力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PPTX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600" y="386480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機能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86800" y="310993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数式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Mermaid図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116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テーブル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86800" y="461967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コード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43600" y="537454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利用方法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86800" y="512291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ライブラリ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86800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MCPサーバー</a:t>
            </a:r>
          </a:p>
        </p:txBody>
      </p:sp>
      <p:cxnSp>
        <p:nvCxnSpPr>
          <p:cNvPr id="18" name="Connector 17"/>
          <p:cNvCxnSpPr>
            <a:stCxn id="4" idx="0"/>
            <a:endCxn id="5" idx="2"/>
          </p:cNvCxnSpPr>
          <p:nvPr/>
        </p:nvCxnSpPr>
        <p:spPr>
          <a:xfrm flipV="1">
            <a:off x="3400400" y="2351822"/>
            <a:ext cx="2343200" cy="1072642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 flipV="1">
            <a:off x="5143600" y="1850200"/>
            <a:ext cx="3543200" cy="251622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5" idx="1"/>
            <a:endCxn id="7" idx="3"/>
          </p:cNvCxnSpPr>
          <p:nvPr/>
        </p:nvCxnSpPr>
        <p:spPr>
          <a:xfrm>
            <a:off x="5143600" y="2101822"/>
            <a:ext cx="3543200" cy="25162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4" idx="1"/>
            <a:endCxn id="8" idx="3"/>
          </p:cNvCxnSpPr>
          <p:nvPr/>
        </p:nvCxnSpPr>
        <p:spPr>
          <a:xfrm flipV="1">
            <a:off x="2800400" y="2856690"/>
            <a:ext cx="3543200" cy="81777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5143600" y="2856690"/>
            <a:ext cx="3543200" cy="0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4" idx="1"/>
            <a:endCxn id="10" idx="3"/>
          </p:cNvCxnSpPr>
          <p:nvPr/>
        </p:nvCxnSpPr>
        <p:spPr>
          <a:xfrm>
            <a:off x="2800400" y="3674464"/>
            <a:ext cx="3543200" cy="440340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 flipV="1">
            <a:off x="5143600" y="3359936"/>
            <a:ext cx="3543200" cy="754868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0" idx="1"/>
            <a:endCxn id="12" idx="3"/>
          </p:cNvCxnSpPr>
          <p:nvPr/>
        </p:nvCxnSpPr>
        <p:spPr>
          <a:xfrm flipV="1">
            <a:off x="5143600" y="3863181"/>
            <a:ext cx="3543200" cy="25162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0" idx="1"/>
            <a:endCxn id="13" idx="3"/>
          </p:cNvCxnSpPr>
          <p:nvPr/>
        </p:nvCxnSpPr>
        <p:spPr>
          <a:xfrm>
            <a:off x="5143600" y="4114804"/>
            <a:ext cx="3543200" cy="251622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0" idx="1"/>
            <a:endCxn id="14" idx="3"/>
          </p:cNvCxnSpPr>
          <p:nvPr/>
        </p:nvCxnSpPr>
        <p:spPr>
          <a:xfrm>
            <a:off x="5143600" y="4114804"/>
            <a:ext cx="3543200" cy="754868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4" idx="2"/>
            <a:endCxn id="15" idx="0"/>
          </p:cNvCxnSpPr>
          <p:nvPr/>
        </p:nvCxnSpPr>
        <p:spPr>
          <a:xfrm>
            <a:off x="3400400" y="3924464"/>
            <a:ext cx="2343200" cy="1450076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1"/>
            <a:endCxn id="16" idx="3"/>
          </p:cNvCxnSpPr>
          <p:nvPr/>
        </p:nvCxnSpPr>
        <p:spPr>
          <a:xfrm flipV="1">
            <a:off x="5143600" y="5372917"/>
            <a:ext cx="3543200" cy="25162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5" idx="1"/>
            <a:endCxn id="17" idx="3"/>
          </p:cNvCxnSpPr>
          <p:nvPr/>
        </p:nvCxnSpPr>
        <p:spPr>
          <a:xfrm>
            <a:off x="5143600" y="5624540"/>
            <a:ext cx="3543200" cy="251623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1"/>
            <a:endCxn id="5" idx="3"/>
          </p:cNvCxnSpPr>
          <p:nvPr/>
        </p:nvCxnSpPr>
        <p:spPr>
          <a:xfrm>
            <a:off x="4572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1"/>
            <a:endCxn id="6" idx="3"/>
          </p:cNvCxnSpPr>
          <p:nvPr/>
        </p:nvCxnSpPr>
        <p:spPr>
          <a:xfrm>
            <a:off x="39720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import math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>print(math.pi)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 lvl="1"/>
            <a:r>
              <a:rPr sz="1800"/>
              <a:t>Flowchart / Sequence / Gantt / Class / State</a:t>
            </a:r>
          </a:p>
          <a:p>
            <a:pPr lvl="1"/>
            <a:r>
              <a:rPr sz="1800"/>
              <a:t>ER / User Journey / Pie / Quadrant / Requirement</a:t>
            </a:r>
          </a:p>
          <a:p>
            <a:pPr lvl="1"/>
            <a:r>
              <a:rPr sz="1800"/>
              <a:t>Git Graph / Mindmap / Timeline / ZenUML / Sankey</a:t>
            </a:r>
          </a:p>
          <a:p>
            <a:pPr lvl="1"/>
            <a:r>
              <a:rPr sz="1800"/>
              <a:t>XY Chart / Block / Packet / Kanban / Architecture / C4</a:t>
            </a:r>
          </a:p>
          <a:p>
            <a:pPr lvl="1"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