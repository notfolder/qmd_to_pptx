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3"/>
    <p:sldId id="302" r:id="rId54"/>
    <p:sldId id="303" r:id="rId5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notesMaster" Target="notesMasters/notesMaster1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186312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326904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467496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608088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3"/>
            <a:endCxn id="10" idx="1"/>
          </p:cNvCxnSpPr>
          <p:nvPr/>
        </p:nvCxnSpPr>
        <p:spPr>
          <a:xfrm flipH="1">
            <a:off x="457200" y="2437860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45720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186312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326904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467496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608088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 flipH="1">
            <a:off x="457200" y="3863181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457200" y="5288502"/>
            <a:ext cx="82296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6" idx="1"/>
          </p:cNvCxnSpPr>
          <p:nvPr/>
        </p:nvCxnSpPr>
        <p:spPr>
          <a:xfrm flipH="1">
            <a:off x="4572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1"/>
            <a:endCxn id="7" idx="3"/>
          </p:cNvCxnSpPr>
          <p:nvPr/>
        </p:nvCxnSpPr>
        <p:spPr>
          <a:xfrm>
            <a:off x="39720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1"/>
            <a:endCxn id="11" idx="3"/>
          </p:cNvCxnSpPr>
          <p:nvPr/>
        </p:nvCxnSpPr>
        <p:spPr>
          <a:xfrm>
            <a:off x="457200" y="4265777"/>
            <a:ext cx="35432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1"/>
            <a:endCxn id="12" idx="3"/>
          </p:cNvCxnSpPr>
          <p:nvPr/>
        </p:nvCxnSpPr>
        <p:spPr>
          <a:xfrm>
            <a:off x="457200" y="4265777"/>
            <a:ext cx="58864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1"/>
            <a:endCxn id="14" idx="3"/>
          </p:cNvCxnSpPr>
          <p:nvPr/>
        </p:nvCxnSpPr>
        <p:spPr>
          <a:xfrm>
            <a:off x="4572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39720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405392"/>
            <a:ext cx="2400000" cy="512451"/>
            <a:chOff x="3372000" y="2405392"/>
            <a:chExt cx="2400000" cy="512451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grpSpPr>
          <a:xfrm>
            <a:off x="457200" y="4015777"/>
            <a:ext cx="1800000" cy="625000"/>
            <a:chOff x="457200" y="4015777"/>
            <a:chExt cx="1800000" cy="62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39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7200" y="434695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57200" y="424386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curvedConnector3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curvedConnector3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curvedConnector3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2064600" y="1600200"/>
            <a:ext cx="1200000" cy="625000"/>
            <a:chOff x="2064600" y="1600200"/>
            <a:chExt cx="1200000" cy="62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197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grpSpPr>
          <a:xfrm>
            <a:off x="2064600" y="2405392"/>
            <a:ext cx="1200000" cy="625000"/>
            <a:chOff x="2064600" y="2405392"/>
            <a:chExt cx="1200000" cy="62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278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grpSpPr>
          <a:xfrm>
            <a:off x="2064600" y="3210585"/>
            <a:ext cx="1200000" cy="625000"/>
            <a:chOff x="2064600" y="3210585"/>
            <a:chExt cx="1200000" cy="62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358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grpSpPr>
          <a:xfrm>
            <a:off x="2064600" y="5501164"/>
            <a:ext cx="1436887" cy="624999"/>
            <a:chOff x="2064600" y="5501164"/>
            <a:chExt cx="1436887" cy="624999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01487" y="550116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Diagram）— 全タグ・after参照デモ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377163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タスク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01/01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01/08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01/15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02/05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02/26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設計フェーズ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要件定義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基本設計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詳細設計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実装フェーズ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コーディング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コードレビュー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テスト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リリース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ステージング確認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本番デプロイ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Right Arrow 4"/>
          <p:cNvSpPr/>
          <p:nvPr/>
        </p:nvSpPr>
        <p:spPr>
          <a:xfrm>
            <a:off x="2396093" y="2411100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Arrow 5"/>
          <p:cNvSpPr/>
          <p:nvPr/>
        </p:nvSpPr>
        <p:spPr>
          <a:xfrm>
            <a:off x="3038002" y="2788263"/>
            <a:ext cx="898672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ight Arrow 6"/>
          <p:cNvSpPr/>
          <p:nvPr/>
        </p:nvSpPr>
        <p:spPr>
          <a:xfrm>
            <a:off x="3936674" y="3165426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ight Arrow 7"/>
          <p:cNvSpPr/>
          <p:nvPr/>
        </p:nvSpPr>
        <p:spPr>
          <a:xfrm>
            <a:off x="4578583" y="3919752"/>
            <a:ext cx="1797345" cy="264014"/>
          </a:xfrm>
          <a:prstGeom prst="rightArrow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ight Arrow 8"/>
          <p:cNvSpPr/>
          <p:nvPr/>
        </p:nvSpPr>
        <p:spPr>
          <a:xfrm>
            <a:off x="6375928" y="4296915"/>
            <a:ext cx="385145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6375928" y="4674078"/>
            <a:ext cx="898672" cy="264014"/>
          </a:xfrm>
          <a:prstGeom prst="rightArrow">
            <a:avLst/>
          </a:prstGeom>
          <a:solidFill>
            <a:srgbClr val="64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ight Arrow 10"/>
          <p:cNvSpPr/>
          <p:nvPr/>
        </p:nvSpPr>
        <p:spPr>
          <a:xfrm>
            <a:off x="6761073" y="5428404"/>
            <a:ext cx="256764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Diamond 11"/>
          <p:cNvSpPr/>
          <p:nvPr/>
        </p:nvSpPr>
        <p:spPr>
          <a:xfrm>
            <a:off x="8416982" y="5796138"/>
            <a:ext cx="282872" cy="282872"/>
          </a:xfrm>
          <a:prstGeom prst="diamond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curvedConnector3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curvedConnector3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curvedConnector3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curvedConnector3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curvedConnector3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curvedConnector3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5a. 状態図（State Diagram） - 通常状態・開始/終了・遷移ラベルのデモ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135320" y="4519023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完了</a:t>
            </a:r>
          </a:p>
        </p:txBody>
      </p:sp>
      <p:sp>
        <p:nvSpPr>
          <p:cNvPr id="9" name="Oval 8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>
            <a:stCxn id="4" idx="2"/>
            <a:endCxn id="5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2"/>
            <a:endCxn id="6" idx="0"/>
          </p:cNvCxnSpPr>
          <p:nvPr/>
        </p:nvCxnSpPr>
        <p:spPr>
          <a:xfrm>
            <a:off x="4572000" y="3207339"/>
            <a:ext cx="0" cy="4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6" idx="1"/>
            <a:endCxn id="7" idx="3"/>
          </p:cNvCxnSpPr>
          <p:nvPr/>
        </p:nvCxnSpPr>
        <p:spPr>
          <a:xfrm>
            <a:off x="3972000" y="3863181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3"/>
            <a:endCxn id="8" idx="1"/>
          </p:cNvCxnSpPr>
          <p:nvPr/>
        </p:nvCxnSpPr>
        <p:spPr>
          <a:xfrm flipH="1">
            <a:off x="808679" y="3863181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8" idx="1"/>
            <a:endCxn id="5" idx="3"/>
          </p:cNvCxnSpPr>
          <p:nvPr/>
        </p:nvCxnSpPr>
        <p:spPr>
          <a:xfrm flipV="1">
            <a:off x="808679" y="2957339"/>
            <a:ext cx="4363321" cy="1811684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3"/>
            <a:endCxn id="9" idx="1"/>
          </p:cNvCxnSpPr>
          <p:nvPr/>
        </p:nvCxnSpPr>
        <p:spPr>
          <a:xfrm flipH="1">
            <a:off x="4347000" y="4769023"/>
            <a:ext cx="3988320" cy="90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972000" y="2707339"/>
            <a:ext cx="1200000" cy="625000"/>
            <a:chOff x="3972000" y="2707339"/>
            <a:chExt cx="1200000" cy="625000"/>
          </a:xfrm>
        </p:grpSpPr>
        <p:sp>
          <p:nvSpPr>
            <p:cNvPr id="5" name="Rounded Rectangle 4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待機中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972000" y="308233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開始</a:t>
              </a:r>
            </a:p>
          </p:txBody>
        </p:sp>
      </p:grpSp>
      <p:grpSp>
        <p:grpSpPr>
          <a:xfrm>
            <a:off x="3372000" y="3613181"/>
            <a:ext cx="2400000" cy="546814"/>
            <a:chOff x="3372000" y="3613181"/>
            <a:chExt cx="2400000" cy="546814"/>
          </a:xfrm>
        </p:grpSpPr>
        <p:sp>
          <p:nvSpPr>
            <p:cNvPr id="6" name="Rounded Rectangle 5"/>
            <p:cNvSpPr/>
            <p:nvPr/>
          </p:nvSpPr>
          <p:spPr>
            <a:xfrm>
              <a:off x="3972000" y="3613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処理中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成功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失敗</a:t>
              </a:r>
            </a:p>
          </p:txBody>
        </p:sp>
      </p:grpSp>
      <p:grpSp>
        <p:grpSpPr>
          <a:xfrm>
            <a:off x="808679" y="4394023"/>
            <a:ext cx="1636516" cy="625000"/>
            <a:chOff x="808679" y="4394023"/>
            <a:chExt cx="1636516" cy="625000"/>
          </a:xfrm>
        </p:grpSpPr>
        <p:sp>
          <p:nvSpPr>
            <p:cNvPr id="8" name="Rounded Rectangle 7"/>
            <p:cNvSpPr/>
            <p:nvPr/>
          </p:nvSpPr>
          <p:spPr>
            <a:xfrm>
              <a:off x="808679" y="4519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エラー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245195" y="4394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リトライ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5b. 状態図 - 並行（並列）・ノート・LR方向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272000" y="2188180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872000" y="2653181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872000" y="2653181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Active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72000" y="3538181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218679" y="3673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0320" y="3638181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610320" y="3738181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761999" y="3418180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2761999" y="4768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422000" y="3613181"/>
            <a:ext cx="1200000" cy="500000"/>
          </a:xfrm>
          <a:prstGeom prst="rect">
            <a:avLst/>
          </a:prstGeom>
          <a:solidFill>
            <a:srgbClr val="FFFDC8"/>
          </a:solidFill>
          <a:ln>
            <a:solidFill>
              <a:srgbClr val="A0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>
                <a:solidFill>
                  <a:srgbClr val="000000"/>
                </a:solidFill>
              </a:rPr>
              <a:t>キーボードの並行状態</a:t>
            </a:r>
          </a:p>
        </p:txBody>
      </p:sp>
      <p:cxnSp>
        <p:nvCxnSpPr>
          <p:cNvPr id="18" name="Connector 17"/>
          <p:cNvCxnSpPr>
            <a:stCxn id="8" idx="1"/>
            <a:endCxn id="5" idx="3"/>
          </p:cNvCxnSpPr>
          <p:nvPr/>
        </p:nvCxnSpPr>
        <p:spPr>
          <a:xfrm>
            <a:off x="1218679" y="3863181"/>
            <a:ext cx="505332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1"/>
            <a:endCxn id="12" idx="3"/>
          </p:cNvCxnSpPr>
          <p:nvPr/>
        </p:nvCxnSpPr>
        <p:spPr>
          <a:xfrm>
            <a:off x="2761999" y="3608180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2" idx="1"/>
            <a:endCxn id="13" idx="3"/>
          </p:cNvCxnSpPr>
          <p:nvPr/>
        </p:nvCxnSpPr>
        <p:spPr>
          <a:xfrm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3" idx="3"/>
            <a:endCxn id="12" idx="1"/>
          </p:cNvCxnSpPr>
          <p:nvPr/>
        </p:nvCxnSpPr>
        <p:spPr>
          <a:xfrm flipH="1"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4" idx="1"/>
            <a:endCxn id="15" idx="3"/>
          </p:cNvCxnSpPr>
          <p:nvPr/>
        </p:nvCxnSpPr>
        <p:spPr>
          <a:xfrm>
            <a:off x="2761999" y="4958181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5" idx="1"/>
            <a:endCxn id="16" idx="3"/>
          </p:cNvCxnSpPr>
          <p:nvPr/>
        </p:nvCxnSpPr>
        <p:spPr>
          <a:xfrm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6" idx="3"/>
            <a:endCxn id="15" idx="1"/>
          </p:cNvCxnSpPr>
          <p:nvPr/>
        </p:nvCxnSpPr>
        <p:spPr>
          <a:xfrm flipH="1"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5" idx="1"/>
            <a:endCxn id="9" idx="3"/>
          </p:cNvCxnSpPr>
          <p:nvPr/>
        </p:nvCxnSpPr>
        <p:spPr>
          <a:xfrm>
            <a:off x="2872000" y="3863181"/>
            <a:ext cx="50883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972000" y="3358180"/>
            <a:ext cx="1800000" cy="500000"/>
            <a:chOff x="3972000" y="3358180"/>
            <a:chExt cx="1800000" cy="500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NumLockOff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57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grpSpPr>
          <a:xfrm>
            <a:off x="4992000" y="3358180"/>
            <a:ext cx="1800000" cy="500000"/>
            <a:chOff x="4992000" y="3358180"/>
            <a:chExt cx="1800000" cy="500000"/>
          </a:xfrm>
        </p:grpSpPr>
        <p:sp>
          <p:nvSpPr>
            <p:cNvPr id="13" name="Rounded Rectangle 12"/>
            <p:cNvSpPr/>
            <p:nvPr/>
          </p:nvSpPr>
          <p:spPr>
            <a:xfrm>
              <a:off x="559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NumLockOn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99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grpSpPr>
          <a:xfrm>
            <a:off x="3972000" y="4708181"/>
            <a:ext cx="1800000" cy="500000"/>
            <a:chOff x="3972000" y="4708181"/>
            <a:chExt cx="1800000" cy="500000"/>
          </a:xfrm>
        </p:grpSpPr>
        <p:sp>
          <p:nvSpPr>
            <p:cNvPr id="15" name="Rounded Rectangle 14"/>
            <p:cNvSpPr/>
            <p:nvPr/>
          </p:nvSpPr>
          <p:spPr>
            <a:xfrm>
              <a:off x="397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CapsLockOff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7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  <p:grpSp>
        <p:grpSpPr>
          <a:xfrm>
            <a:off x="4992000" y="4708181"/>
            <a:ext cx="1800000" cy="500000"/>
            <a:chOff x="4992000" y="4708181"/>
            <a:chExt cx="1800000" cy="500000"/>
          </a:xfrm>
        </p:grpSpPr>
        <p:sp>
          <p:nvSpPr>
            <p:cNvPr id="16" name="Rounded Rectangle 15"/>
            <p:cNvSpPr/>
            <p:nvPr/>
          </p:nvSpPr>
          <p:spPr>
            <a:xfrm>
              <a:off x="559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99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5c. 状態図 - 分岐（choice）・複合状態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3559023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3559023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VehicleState</a:t>
            </a:r>
          </a:p>
        </p:txBody>
      </p:sp>
      <p:sp>
        <p:nvSpPr>
          <p:cNvPr id="6" name="Oval 5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8679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Fast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5320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Slow</a:t>
            </a:r>
          </a:p>
        </p:txBody>
      </p:sp>
      <p:sp>
        <p:nvSpPr>
          <p:cNvPr id="10" name="Oval 9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3"/>
            <a:endCxn id="8" idx="1"/>
          </p:cNvCxnSpPr>
          <p:nvPr/>
        </p:nvCxnSpPr>
        <p:spPr>
          <a:xfrm flipH="1">
            <a:off x="808679" y="2957339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7" idx="1"/>
            <a:endCxn id="9" idx="3"/>
          </p:cNvCxnSpPr>
          <p:nvPr/>
        </p:nvCxnSpPr>
        <p:spPr>
          <a:xfrm>
            <a:off x="3972000" y="2957339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2"/>
            <a:endCxn id="13" idx="0"/>
          </p:cNvCxnSpPr>
          <p:nvPr/>
        </p:nvCxnSpPr>
        <p:spPr>
          <a:xfrm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3" idx="0"/>
            <a:endCxn id="12" idx="2"/>
          </p:cNvCxnSpPr>
          <p:nvPr/>
        </p:nvCxnSpPr>
        <p:spPr>
          <a:xfrm flipV="1"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8" idx="1"/>
            <a:endCxn id="4" idx="3"/>
          </p:cNvCxnSpPr>
          <p:nvPr/>
        </p:nvCxnSpPr>
        <p:spPr>
          <a:xfrm>
            <a:off x="808679" y="3863181"/>
            <a:ext cx="54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3"/>
            <a:endCxn id="4" idx="1"/>
          </p:cNvCxnSpPr>
          <p:nvPr/>
        </p:nvCxnSpPr>
        <p:spPr>
          <a:xfrm flipH="1">
            <a:off x="2872000" y="3863181"/>
            <a:ext cx="54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4" idx="2"/>
            <a:endCxn id="10" idx="0"/>
          </p:cNvCxnSpPr>
          <p:nvPr/>
        </p:nvCxnSpPr>
        <p:spPr>
          <a:xfrm flipV="1">
            <a:off x="4572000" y="5449864"/>
            <a:ext cx="0" cy="529159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707339"/>
            <a:ext cx="2400000" cy="546814"/>
            <a:chOff x="3372000" y="2707339"/>
            <a:chExt cx="2400000" cy="546814"/>
          </a:xfrm>
        </p:grpSpPr>
        <p:sp>
          <p:nvSpPr>
            <p:cNvPr id="7" name="Rounded Rectangle 6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Check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3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&gt; 80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&lt;=80</a:t>
              </a:r>
            </a:p>
          </p:txBody>
        </p:sp>
      </p:grpSp>
      <p:grpSp>
        <p:grpSpPr>
          <a:xfrm>
            <a:off x="3972000" y="4054022"/>
            <a:ext cx="1200000" cy="625000"/>
            <a:chOff x="3972000" y="4054022"/>
            <a:chExt cx="1200000" cy="625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4054022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Idle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972000" y="442902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start</a:t>
              </a:r>
            </a:p>
          </p:txBody>
        </p:sp>
      </p:grpSp>
      <p:grpSp>
        <p:grpSpPr>
          <a:xfrm>
            <a:off x="3972000" y="5279023"/>
            <a:ext cx="1200000" cy="625000"/>
            <a:chOff x="3972000" y="5279023"/>
            <a:chExt cx="1200000" cy="625000"/>
          </a:xfrm>
        </p:grpSpPr>
        <p:sp>
          <p:nvSpPr>
            <p:cNvPr id="13" name="Rounded Rectangle 12"/>
            <p:cNvSpPr/>
            <p:nvPr/>
          </p:nvSpPr>
          <p:spPr>
            <a:xfrm>
              <a:off x="3972000" y="5404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Moving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72000" y="5279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stop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25688" y="551315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0578" y="284804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04533" y="19579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335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V="1">
            <a:off x="7025688" y="3348046"/>
            <a:ext cx="74890" cy="2165109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504533" y="2207962"/>
            <a:ext cx="5196045" cy="89008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057200" y="2457962"/>
            <a:ext cx="2047333" cy="167560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122000" y="3678181"/>
            <a:ext cx="900000" cy="370000"/>
          </a:xfrm>
          <a:prstGeom prst="ellipse">
            <a:avLst/>
          </a:prstGeom>
          <a:solidFill>
            <a:srgbClr val="4646B4"/>
          </a:solidFill>
          <a:ln>
            <a:solidFill>
              <a:srgbClr val="1E1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プログラミング言語</a:t>
            </a:r>
          </a:p>
        </p:txBody>
      </p:sp>
      <p:sp>
        <p:nvSpPr>
          <p:cNvPr id="5" name="Rectangle 4"/>
          <p:cNvSpPr/>
          <p:nvPr/>
        </p:nvSpPr>
        <p:spPr>
          <a:xfrm>
            <a:off x="4740869" y="3974894"/>
            <a:ext cx="680000" cy="280000"/>
          </a:xfrm>
          <a:prstGeom prst="roundRect">
            <a:avLst/>
          </a:prstGeom>
          <a:solidFill>
            <a:srgbClr val="E74C3C"/>
          </a:solidFill>
          <a:ln>
            <a:solidFill>
              <a:srgbClr val="BF2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スクリプト系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5552175" y="3904863"/>
            <a:ext cx="680000" cy="28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249739" y="4226608"/>
            <a:ext cx="680000" cy="28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Ruby</a:t>
            </a:r>
          </a:p>
        </p:txBody>
      </p:sp>
      <p:sp>
        <p:nvSpPr>
          <p:cNvPr id="8" name="Rectangle 7"/>
          <p:cNvSpPr/>
          <p:nvPr/>
        </p:nvSpPr>
        <p:spPr>
          <a:xfrm>
            <a:off x="4714151" y="4433023"/>
            <a:ext cx="680000" cy="28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JavaScript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5806" y="4035575"/>
            <a:ext cx="680000" cy="280000"/>
          </a:xfrm>
          <a:prstGeom prst="rect">
            <a:avLst/>
          </a:prstGeom>
          <a:solidFill>
            <a:srgbClr val="E67E22"/>
          </a:solidFill>
          <a:ln>
            <a:solidFill>
              <a:srgbClr val="BE5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静的型付け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8108" y="4476822"/>
            <a:ext cx="680000" cy="28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Rust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9611" y="4347971"/>
            <a:ext cx="680000" cy="28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28058" y="4075988"/>
            <a:ext cx="680000" cy="280000"/>
          </a:xfrm>
          <a:prstGeom prst="roundRect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71913" y="3632340"/>
            <a:ext cx="680000" cy="280000"/>
          </a:xfrm>
          <a:prstGeom prst="roundRect">
            <a:avLst/>
          </a:prstGeom>
          <a:solidFill>
            <a:srgbClr val="F1C40F"/>
          </a:solidFill>
          <a:ln>
            <a:solidFill>
              <a:srgbClr val="C9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関数型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72314" y="3723181"/>
            <a:ext cx="680000" cy="28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Haskell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28058" y="3370374"/>
            <a:ext cx="680000" cy="28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Erlang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50054" y="3346361"/>
            <a:ext cx="680000" cy="280000"/>
          </a:xfrm>
          <a:prstGeom prst="roundRect">
            <a:avLst/>
          </a:prstGeom>
          <a:solidFill>
            <a:srgbClr val="27AE60"/>
          </a:solidFill>
          <a:ln>
            <a:solidFill>
              <a:srgbClr val="00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Web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59611" y="3098391"/>
            <a:ext cx="680000" cy="28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HTML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8108" y="2969540"/>
            <a:ext cx="680000" cy="28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CSS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14151" y="3013339"/>
            <a:ext cx="680000" cy="280000"/>
          </a:xfrm>
          <a:prstGeom prst="round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TypeScript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33971" y="3546778"/>
            <a:ext cx="680000" cy="280000"/>
          </a:xfrm>
          <a:prstGeom prst="cloud">
            <a:avLst/>
          </a:prstGeom>
          <a:solidFill>
            <a:srgbClr val="1ABC9C"/>
          </a:solidFill>
          <a:ln>
            <a:solidFill>
              <a:srgbClr val="0094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クエリ言語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49739" y="3219754"/>
            <a:ext cx="680000" cy="28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52175" y="3541499"/>
            <a:ext cx="680000" cy="28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GraphQL</a:t>
            </a:r>
          </a:p>
        </p:txBody>
      </p:sp>
      <p:cxnSp>
        <p:nvCxnSpPr>
          <p:cNvPr id="23" name="Connector 22"/>
          <p:cNvCxnSpPr>
            <a:stCxn id="4" idx="1"/>
            <a:endCxn id="5" idx="3"/>
          </p:cNvCxnSpPr>
          <p:nvPr/>
        </p:nvCxnSpPr>
        <p:spPr>
          <a:xfrm>
            <a:off x="4122000" y="3863181"/>
            <a:ext cx="1298869" cy="251713"/>
          </a:xfrm>
          <a:prstGeom prst="curvedConnector3">
            <a:avLst/>
          </a:prstGeom>
          <a:ln w="2540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5" idx="1"/>
            <a:endCxn id="6" idx="3"/>
          </p:cNvCxnSpPr>
          <p:nvPr/>
        </p:nvCxnSpPr>
        <p:spPr>
          <a:xfrm flipV="1">
            <a:off x="4740869" y="4044863"/>
            <a:ext cx="1491306" cy="70031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5" idx="1"/>
            <a:endCxn id="7" idx="3"/>
          </p:cNvCxnSpPr>
          <p:nvPr/>
        </p:nvCxnSpPr>
        <p:spPr>
          <a:xfrm>
            <a:off x="4740869" y="4114894"/>
            <a:ext cx="1188870" cy="251714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5" idx="2"/>
            <a:endCxn id="8" idx="0"/>
          </p:cNvCxnSpPr>
          <p:nvPr/>
        </p:nvCxnSpPr>
        <p:spPr>
          <a:xfrm flipH="1">
            <a:off x="5054151" y="4254894"/>
            <a:ext cx="26718" cy="178129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4" idx="3"/>
            <a:endCxn id="9" idx="1"/>
          </p:cNvCxnSpPr>
          <p:nvPr/>
        </p:nvCxnSpPr>
        <p:spPr>
          <a:xfrm flipH="1">
            <a:off x="3845806" y="3863181"/>
            <a:ext cx="1176194" cy="312394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0" idx="0"/>
          </p:cNvCxnSpPr>
          <p:nvPr/>
        </p:nvCxnSpPr>
        <p:spPr>
          <a:xfrm>
            <a:off x="4185806" y="4315575"/>
            <a:ext cx="222302" cy="161247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9" idx="3"/>
            <a:endCxn id="11" idx="1"/>
          </p:cNvCxnSpPr>
          <p:nvPr/>
        </p:nvCxnSpPr>
        <p:spPr>
          <a:xfrm flipH="1">
            <a:off x="3459611" y="4175575"/>
            <a:ext cx="1066195" cy="312396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9" idx="3"/>
            <a:endCxn id="12" idx="1"/>
          </p:cNvCxnSpPr>
          <p:nvPr/>
        </p:nvCxnSpPr>
        <p:spPr>
          <a:xfrm flipH="1">
            <a:off x="3028058" y="4175575"/>
            <a:ext cx="1497748" cy="40413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4" idx="3"/>
            <a:endCxn id="13" idx="1"/>
          </p:cNvCxnSpPr>
          <p:nvPr/>
        </p:nvCxnSpPr>
        <p:spPr>
          <a:xfrm flipH="1" flipV="1">
            <a:off x="3571913" y="3772340"/>
            <a:ext cx="1450087" cy="90841"/>
          </a:xfrm>
          <a:prstGeom prst="curvedConnector3">
            <a:avLst/>
          </a:prstGeom>
          <a:ln w="25400">
            <a:solidFill>
              <a:srgbClr val="F1C4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2872314" y="3772340"/>
            <a:ext cx="1379599" cy="90841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3" idx="3"/>
            <a:endCxn id="15" idx="1"/>
          </p:cNvCxnSpPr>
          <p:nvPr/>
        </p:nvCxnSpPr>
        <p:spPr>
          <a:xfrm flipH="1" flipV="1">
            <a:off x="3028058" y="3510374"/>
            <a:ext cx="1223855" cy="261966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4" idx="0"/>
            <a:endCxn id="16" idx="2"/>
          </p:cNvCxnSpPr>
          <p:nvPr/>
        </p:nvCxnSpPr>
        <p:spPr>
          <a:xfrm flipH="1" flipV="1">
            <a:off x="4490054" y="3626361"/>
            <a:ext cx="81946" cy="51820"/>
          </a:xfrm>
          <a:prstGeom prst="curvedConnector3">
            <a:avLst/>
          </a:prstGeom>
          <a:ln w="2540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6" idx="3"/>
            <a:endCxn id="17" idx="1"/>
          </p:cNvCxnSpPr>
          <p:nvPr/>
        </p:nvCxnSpPr>
        <p:spPr>
          <a:xfrm flipH="1" flipV="1">
            <a:off x="3459611" y="3238391"/>
            <a:ext cx="1370443" cy="247970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6" idx="0"/>
            <a:endCxn id="18" idx="2"/>
          </p:cNvCxnSpPr>
          <p:nvPr/>
        </p:nvCxnSpPr>
        <p:spPr>
          <a:xfrm flipH="1" flipV="1">
            <a:off x="4408108" y="3249540"/>
            <a:ext cx="81946" cy="96821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6" idx="1"/>
            <a:endCxn id="19" idx="3"/>
          </p:cNvCxnSpPr>
          <p:nvPr/>
        </p:nvCxnSpPr>
        <p:spPr>
          <a:xfrm flipV="1">
            <a:off x="4150054" y="3153339"/>
            <a:ext cx="1244097" cy="333022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4" idx="1"/>
            <a:endCxn id="20" idx="3"/>
          </p:cNvCxnSpPr>
          <p:nvPr/>
        </p:nvCxnSpPr>
        <p:spPr>
          <a:xfrm flipV="1">
            <a:off x="4122000" y="3686778"/>
            <a:ext cx="1391971" cy="176403"/>
          </a:xfrm>
          <a:prstGeom prst="curvedConnector3">
            <a:avLst/>
          </a:prstGeom>
          <a:ln w="25400">
            <a:solidFill>
              <a:srgbClr val="1AB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1"/>
            <a:endCxn id="21" idx="3"/>
          </p:cNvCxnSpPr>
          <p:nvPr/>
        </p:nvCxnSpPr>
        <p:spPr>
          <a:xfrm flipV="1">
            <a:off x="4833971" y="3359754"/>
            <a:ext cx="1095768" cy="327024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1"/>
            <a:endCxn id="22" idx="3"/>
          </p:cNvCxnSpPr>
          <p:nvPr/>
        </p:nvCxnSpPr>
        <p:spPr>
          <a:xfrm flipV="1">
            <a:off x="4833971" y="3681499"/>
            <a:ext cx="1398204" cy="5279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