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9"/>
    <p:sldId id="278" r:id="rId30"/>
    <p:sldId id="27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最初のステップ</a:t>
            </a:r>
          </a:p>
          <a:p>
            <a:pPr/>
            <a:r>
              <a:rPr sz="1800"/>
              <a:t>二番目のステップ</a:t>
            </a:r>
          </a:p>
          <a:p>
            <a:pPr/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フローチャート（標準記法）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7200" y="3016604"/>
            <a:ext cx="25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618453" y="3135282"/>
            <a:ext cx="23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18453" y="3600777"/>
            <a:ext cx="819884" cy="13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18151" y="3135282"/>
            <a:ext cx="1709707" cy="14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438337" y="4629174"/>
            <a:ext cx="32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シーケンス図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42612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1218" y="36097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18660" y="16036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DB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571218" y="3859717"/>
            <a:ext cx="454902" cy="2016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4118660" y="1853663"/>
            <a:ext cx="452558" cy="20060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8660" y="1853663"/>
            <a:ext cx="452558" cy="20060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1218" y="3859717"/>
            <a:ext cx="454902" cy="2016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787029" y="3831520"/>
            <a:ext cx="30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57200" y="3159210"/>
            <a:ext cx="37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Mermaid図（標準・Quartoネイティブ記法）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