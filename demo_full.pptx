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50"/>
    <p:sldId id="299" r:id="rId51"/>
    <p:sldId id="300" r:id="rId5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notesMaster" Target="notesMasters/notesMaster1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2437860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1863120" y="2437860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3269040" y="2437860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4674960" y="2437860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6080880" y="2437860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3"/>
            <a:endCxn id="10" idx="1"/>
          </p:cNvCxnSpPr>
          <p:nvPr/>
        </p:nvCxnSpPr>
        <p:spPr>
          <a:xfrm flipH="1">
            <a:off x="457200" y="2437860"/>
            <a:ext cx="8229600" cy="1425321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457200" y="3863181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1863120" y="3863181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3269040" y="3863181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674960" y="3863181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6080880" y="3863181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 flipH="1">
            <a:off x="457200" y="3863181"/>
            <a:ext cx="8229600" cy="1425321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457200" y="5288502"/>
            <a:ext cx="822960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6" idx="1"/>
          </p:cNvCxnSpPr>
          <p:nvPr/>
        </p:nvCxnSpPr>
        <p:spPr>
          <a:xfrm flipH="1">
            <a:off x="457200" y="2655392"/>
            <a:ext cx="47148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7" idx="3"/>
          </p:cNvCxnSpPr>
          <p:nvPr/>
        </p:nvCxnSpPr>
        <p:spPr>
          <a:xfrm>
            <a:off x="3972000" y="2655392"/>
            <a:ext cx="47148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1"/>
            <a:endCxn id="11" idx="3"/>
          </p:cNvCxnSpPr>
          <p:nvPr/>
        </p:nvCxnSpPr>
        <p:spPr>
          <a:xfrm>
            <a:off x="457200" y="4265777"/>
            <a:ext cx="35432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1"/>
            <a:endCxn id="12" idx="3"/>
          </p:cNvCxnSpPr>
          <p:nvPr/>
        </p:nvCxnSpPr>
        <p:spPr>
          <a:xfrm>
            <a:off x="457200" y="4265777"/>
            <a:ext cx="58864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1"/>
            <a:endCxn id="14" idx="3"/>
          </p:cNvCxnSpPr>
          <p:nvPr/>
        </p:nvCxnSpPr>
        <p:spPr>
          <a:xfrm>
            <a:off x="457200" y="5070970"/>
            <a:ext cx="47148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3972000" y="5070970"/>
            <a:ext cx="47148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270181" y="2405392"/>
            <a:ext cx="2603638" cy="535777"/>
            <a:chOff x="3270181" y="2405392"/>
            <a:chExt cx="2603638" cy="535777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270181" y="269116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73819" y="269116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grpSpPr>
          <a:xfrm>
            <a:off x="457200" y="4015777"/>
            <a:ext cx="1909602" cy="1095000"/>
            <a:chOff x="457200" y="4015777"/>
            <a:chExt cx="1909602" cy="109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86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138119" y="437476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66802" y="426269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line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line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line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line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2064600" y="1600200"/>
            <a:ext cx="1200000" cy="1095000"/>
            <a:chOff x="2064600" y="1600200"/>
            <a:chExt cx="1200000" cy="109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244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grpSpPr>
          <a:xfrm>
            <a:off x="2064600" y="2405392"/>
            <a:ext cx="1200000" cy="1095000"/>
            <a:chOff x="2064600" y="2405392"/>
            <a:chExt cx="1200000" cy="109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325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grpSpPr>
          <a:xfrm>
            <a:off x="2064600" y="3210585"/>
            <a:ext cx="1200000" cy="1095000"/>
            <a:chOff x="2064600" y="3210585"/>
            <a:chExt cx="1200000" cy="109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405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grpSpPr>
          <a:xfrm>
            <a:off x="2064600" y="5228525"/>
            <a:ext cx="1695226" cy="897638"/>
            <a:chOff x="2064600" y="5228525"/>
            <a:chExt cx="1695226" cy="897638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559826" y="522852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シーケンス図（Sequence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sequenceDiagram
    participant A as クライアント
    participant B as サーバー
    participant C as データベース
    A-&gt;&gt;B: リクエスト送信
    B-&gt;&gt;C: クエリ実行
    C--&gt;&gt;B: 結果返却
    B--&gt;&gt;A: レスポンス返却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gantt
    title プロジェクト計画
    dateFormat YYYY-MM-DD
    section 設計
        要件定義  :done, des1, 2024-01-01, 2024-01-07
        基本設計  :done, des2, 2024-01-08, 7d
    section 実装
        コーディング :active, dev1, 2024-01-15, 14d
        テスト       :        dev2, after dev1, 7d
    section リリース
        デプロイ :milestone, 2024-02-05, 1d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line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line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line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line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line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状態図（State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5550039" y="489853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151066" y="2071018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待機中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9305" y="2398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処理中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5092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完了</a:t>
            </a:r>
          </a:p>
        </p:txBody>
      </p:sp>
      <p:sp>
        <p:nvSpPr>
          <p:cNvPr id="8" name="Rectangle 7"/>
          <p:cNvSpPr/>
          <p:nvPr/>
        </p:nvSpPr>
        <p:spPr>
          <a:xfrm>
            <a:off x="7128870" y="3846909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エラー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5518" y="511328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root_end</a:t>
            </a:r>
          </a:p>
        </p:txBody>
      </p:sp>
      <p:cxnSp>
        <p:nvCxnSpPr>
          <p:cNvPr id="10" name="Connector 9"/>
          <p:cNvCxnSpPr>
            <a:stCxn id="4" idx="0"/>
            <a:endCxn id="5" idx="2"/>
          </p:cNvCxnSpPr>
          <p:nvPr/>
        </p:nvCxnSpPr>
        <p:spPr>
          <a:xfrm flipV="1">
            <a:off x="6150039" y="2571018"/>
            <a:ext cx="601027" cy="23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3"/>
            <a:endCxn id="6" idx="1"/>
          </p:cNvCxnSpPr>
          <p:nvPr/>
        </p:nvCxnSpPr>
        <p:spPr>
          <a:xfrm flipH="1">
            <a:off x="3369305" y="2321018"/>
            <a:ext cx="3981761" cy="32740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3"/>
            <a:endCxn id="7" idx="1"/>
          </p:cNvCxnSpPr>
          <p:nvPr/>
        </p:nvCxnSpPr>
        <p:spPr>
          <a:xfrm flipH="1">
            <a:off x="457200" y="2648426"/>
            <a:ext cx="4112105" cy="952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1"/>
            <a:endCxn id="8" idx="3"/>
          </p:cNvCxnSpPr>
          <p:nvPr/>
        </p:nvCxnSpPr>
        <p:spPr>
          <a:xfrm>
            <a:off x="3369305" y="2648426"/>
            <a:ext cx="4959565" cy="1448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8" idx="0"/>
            <a:endCxn id="5" idx="2"/>
          </p:cNvCxnSpPr>
          <p:nvPr/>
        </p:nvCxnSpPr>
        <p:spPr>
          <a:xfrm flipH="1" flipV="1">
            <a:off x="6751066" y="2571018"/>
            <a:ext cx="977804" cy="12758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2"/>
            <a:endCxn id="9" idx="0"/>
          </p:cNvCxnSpPr>
          <p:nvPr/>
        </p:nvCxnSpPr>
        <p:spPr>
          <a:xfrm>
            <a:off x="1057200" y="3850921"/>
            <a:ext cx="718318" cy="1262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25688" y="551315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0578" y="284804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4533" y="19579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335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V="1">
            <a:off x="7025688" y="3348046"/>
            <a:ext cx="74890" cy="21651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504533" y="2207962"/>
            <a:ext cx="5196045" cy="8900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057200" y="2457962"/>
            <a:ext cx="2047333" cy="1675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800400" y="342446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qmd_to_pptx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600" y="185182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入力形式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Markdown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PPTX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600" y="38648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868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数式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Mermaid図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テーブル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68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コード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600" y="537454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利用方法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868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ライブラリ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8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MCPサーバー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3400400" y="2351822"/>
            <a:ext cx="2343200" cy="10726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 flipV="1">
            <a:off x="5143600" y="1850200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5" idx="1"/>
            <a:endCxn id="7" idx="3"/>
          </p:cNvCxnSpPr>
          <p:nvPr/>
        </p:nvCxnSpPr>
        <p:spPr>
          <a:xfrm>
            <a:off x="5143600" y="2101822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4" idx="1"/>
            <a:endCxn id="8" idx="3"/>
          </p:cNvCxnSpPr>
          <p:nvPr/>
        </p:nvCxnSpPr>
        <p:spPr>
          <a:xfrm flipV="1">
            <a:off x="2800400" y="2856690"/>
            <a:ext cx="3543200" cy="817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5143600" y="2856690"/>
            <a:ext cx="35432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4" idx="1"/>
            <a:endCxn id="10" idx="3"/>
          </p:cNvCxnSpPr>
          <p:nvPr/>
        </p:nvCxnSpPr>
        <p:spPr>
          <a:xfrm>
            <a:off x="2800400" y="3674464"/>
            <a:ext cx="3543200" cy="4403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 flipV="1">
            <a:off x="5143600" y="3359936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0" idx="1"/>
            <a:endCxn id="12" idx="3"/>
          </p:cNvCxnSpPr>
          <p:nvPr/>
        </p:nvCxnSpPr>
        <p:spPr>
          <a:xfrm flipV="1">
            <a:off x="5143600" y="3863181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13" idx="3"/>
          </p:cNvCxnSpPr>
          <p:nvPr/>
        </p:nvCxnSpPr>
        <p:spPr>
          <a:xfrm>
            <a:off x="5143600" y="4114804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14" idx="3"/>
          </p:cNvCxnSpPr>
          <p:nvPr/>
        </p:nvCxnSpPr>
        <p:spPr>
          <a:xfrm>
            <a:off x="5143600" y="4114804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2"/>
            <a:endCxn id="15" idx="0"/>
          </p:cNvCxnSpPr>
          <p:nvPr/>
        </p:nvCxnSpPr>
        <p:spPr>
          <a:xfrm>
            <a:off x="3400400" y="3924464"/>
            <a:ext cx="2343200" cy="14500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V="1">
            <a:off x="5143600" y="5372917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1"/>
            <a:endCxn id="17" idx="3"/>
          </p:cNvCxnSpPr>
          <p:nvPr/>
        </p:nvCxnSpPr>
        <p:spPr>
          <a:xfrm>
            <a:off x="5143600" y="5624540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