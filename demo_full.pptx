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3"/>
    <p:sldId id="302" r:id="rId54"/>
    <p:sldId id="303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notesMaster" Target="notesMasters/notesMaster1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1"/>
            <a:endCxn id="7" idx="3"/>
          </p:cNvCxnSpPr>
          <p:nvPr/>
        </p:nvCxnSpPr>
        <p:spPr>
          <a:xfrm>
            <a:off x="3972000" y="3863181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8" idx="1"/>
          </p:cNvCxnSpPr>
          <p:nvPr/>
        </p:nvCxnSpPr>
        <p:spPr>
          <a:xfrm flipH="1">
            <a:off x="808679" y="3863181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 flipV="1">
            <a:off x="808679" y="2957339"/>
            <a:ext cx="4363321" cy="181168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3"/>
            <a:endCxn id="9" idx="1"/>
          </p:cNvCxnSpPr>
          <p:nvPr/>
        </p:nvCxnSpPr>
        <p:spPr>
          <a:xfrm flipH="1">
            <a:off x="4347000" y="4769023"/>
            <a:ext cx="3988320" cy="90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>
            <a:off x="1218679" y="3863181"/>
            <a:ext cx="505332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2" idx="3"/>
          </p:cNvCxnSpPr>
          <p:nvPr/>
        </p:nvCxnSpPr>
        <p:spPr>
          <a:xfrm>
            <a:off x="2761999" y="3608180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1"/>
            <a:endCxn id="13" idx="3"/>
          </p:cNvCxnSpPr>
          <p:nvPr/>
        </p:nvCxnSpPr>
        <p:spPr>
          <a:xfrm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3"/>
            <a:endCxn id="12" idx="1"/>
          </p:cNvCxnSpPr>
          <p:nvPr/>
        </p:nvCxnSpPr>
        <p:spPr>
          <a:xfrm flipH="1"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1"/>
            <a:endCxn id="15" idx="3"/>
          </p:cNvCxnSpPr>
          <p:nvPr/>
        </p:nvCxnSpPr>
        <p:spPr>
          <a:xfrm>
            <a:off x="2761999" y="4958181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1"/>
            <a:endCxn id="16" idx="3"/>
          </p:cNvCxnSpPr>
          <p:nvPr/>
        </p:nvCxnSpPr>
        <p:spPr>
          <a:xfrm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3"/>
            <a:endCxn id="15" idx="1"/>
          </p:cNvCxnSpPr>
          <p:nvPr/>
        </p:nvCxnSpPr>
        <p:spPr>
          <a:xfrm flipH="1"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5" idx="1"/>
            <a:endCxn id="9" idx="3"/>
          </p:cNvCxnSpPr>
          <p:nvPr/>
        </p:nvCxnSpPr>
        <p:spPr>
          <a:xfrm>
            <a:off x="2872000" y="3863181"/>
            <a:ext cx="50883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3"/>
            <a:endCxn id="8" idx="1"/>
          </p:cNvCxnSpPr>
          <p:nvPr/>
        </p:nvCxnSpPr>
        <p:spPr>
          <a:xfrm flipH="1">
            <a:off x="808679" y="2957339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1"/>
            <a:endCxn id="9" idx="3"/>
          </p:cNvCxnSpPr>
          <p:nvPr/>
        </p:nvCxnSpPr>
        <p:spPr>
          <a:xfrm>
            <a:off x="3972000" y="2957339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1"/>
            <a:endCxn id="4" idx="3"/>
          </p:cNvCxnSpPr>
          <p:nvPr/>
        </p:nvCxnSpPr>
        <p:spPr>
          <a:xfrm>
            <a:off x="808679" y="3863181"/>
            <a:ext cx="54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4" idx="1"/>
          </p:cNvCxnSpPr>
          <p:nvPr/>
        </p:nvCxnSpPr>
        <p:spPr>
          <a:xfrm flipH="1">
            <a:off x="2872000" y="3863181"/>
            <a:ext cx="54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922000" y="3603181"/>
            <a:ext cx="1300000" cy="520000"/>
          </a:xfrm>
          <a:prstGeom prst="ellipse">
            <a:avLst/>
          </a:prstGeom>
          <a:solidFill>
            <a:srgbClr val="4646B4"/>
          </a:solidFill>
          <a:ln>
            <a:solidFill>
              <a:srgbClr val="1E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プログラミング言語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1971" y="3895743"/>
            <a:ext cx="1000000" cy="400000"/>
          </a:xfrm>
          <a:prstGeom prst="roundRect">
            <a:avLst/>
          </a:prstGeom>
          <a:solidFill>
            <a:srgbClr val="E74C3C"/>
          </a:solidFill>
          <a:ln>
            <a:solidFill>
              <a:srgbClr val="BF2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スクリプト系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5265318" y="3831040"/>
            <a:ext cx="1000000" cy="40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991943" y="4128304"/>
            <a:ext cx="1000000" cy="40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Ruby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07820" y="4319014"/>
            <a:ext cx="1000000" cy="40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722915" y="3951807"/>
            <a:ext cx="1000000" cy="400000"/>
          </a:xfrm>
          <a:prstGeom prst="rect">
            <a:avLst/>
          </a:prstGeom>
          <a:solidFill>
            <a:srgbClr val="E67E22"/>
          </a:solidFill>
          <a:ln>
            <a:solidFill>
              <a:srgbClr val="BE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静的型付け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23856" y="4359481"/>
            <a:ext cx="1000000" cy="40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3830" y="4240433"/>
            <a:ext cx="1000000" cy="40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83746" y="3989144"/>
            <a:ext cx="1000000" cy="400000"/>
          </a:xfrm>
          <a:prstGeom prst="roundRect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5340" y="3579251"/>
            <a:ext cx="1000000" cy="400000"/>
          </a:xfrm>
          <a:prstGeom prst="roundRect">
            <a:avLst/>
          </a:prstGeom>
          <a:solidFill>
            <a:srgbClr val="F1C40F"/>
          </a:solidFill>
          <a:ln>
            <a:solidFill>
              <a:srgbClr val="C9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関数型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42967" y="3663181"/>
            <a:ext cx="1000000" cy="40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Haskell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83746" y="3337218"/>
            <a:ext cx="1000000" cy="40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Erlang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97928" y="3315031"/>
            <a:ext cx="1000000" cy="400000"/>
          </a:xfrm>
          <a:prstGeom prst="roundRect">
            <a:avLst/>
          </a:prstGeom>
          <a:solidFill>
            <a:srgbClr val="27AE60"/>
          </a:solidFill>
          <a:ln>
            <a:solidFill>
              <a:srgbClr val="00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3830" y="3085929"/>
            <a:ext cx="1000000" cy="40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23856" y="2966881"/>
            <a:ext cx="1000000" cy="40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7820" y="3007348"/>
            <a:ext cx="1000000" cy="400000"/>
          </a:xfrm>
          <a:prstGeom prst="round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6126" y="3500199"/>
            <a:ext cx="1000000" cy="400000"/>
          </a:xfrm>
          <a:prstGeom prst="cloud">
            <a:avLst/>
          </a:prstGeom>
          <a:solidFill>
            <a:srgbClr val="1ABC9C"/>
          </a:solidFill>
          <a:ln>
            <a:solidFill>
              <a:srgbClr val="009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クエリ言語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91943" y="3198058"/>
            <a:ext cx="1000000" cy="40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65318" y="3495322"/>
            <a:ext cx="1000000" cy="40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GraphQL</a:t>
            </a:r>
          </a:p>
        </p:txBody>
      </p:sp>
      <p:cxnSp>
        <p:nvCxnSpPr>
          <p:cNvPr id="23" name="Connector 22"/>
          <p:cNvCxnSpPr>
            <a:stCxn id="4" idx="1"/>
            <a:endCxn id="5" idx="3"/>
          </p:cNvCxnSpPr>
          <p:nvPr/>
        </p:nvCxnSpPr>
        <p:spPr>
          <a:xfrm>
            <a:off x="3922000" y="3863181"/>
            <a:ext cx="1609971" cy="232562"/>
          </a:xfrm>
          <a:prstGeom prst="curvedConnector3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5" idx="1"/>
            <a:endCxn id="6" idx="3"/>
          </p:cNvCxnSpPr>
          <p:nvPr/>
        </p:nvCxnSpPr>
        <p:spPr>
          <a:xfrm flipV="1">
            <a:off x="4531971" y="4031040"/>
            <a:ext cx="1733347" cy="64703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1"/>
            <a:endCxn id="7" idx="3"/>
          </p:cNvCxnSpPr>
          <p:nvPr/>
        </p:nvCxnSpPr>
        <p:spPr>
          <a:xfrm>
            <a:off x="4531971" y="4095743"/>
            <a:ext cx="1459972" cy="232561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5" idx="2"/>
            <a:endCxn id="8" idx="0"/>
          </p:cNvCxnSpPr>
          <p:nvPr/>
        </p:nvCxnSpPr>
        <p:spPr>
          <a:xfrm flipH="1">
            <a:off x="5007820" y="4295743"/>
            <a:ext cx="24151" cy="23271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4" idx="2"/>
            <a:endCxn id="9" idx="0"/>
          </p:cNvCxnSpPr>
          <p:nvPr/>
        </p:nvCxnSpPr>
        <p:spPr>
          <a:xfrm flipH="1" flipV="1">
            <a:off x="4222915" y="3951807"/>
            <a:ext cx="349085" cy="171374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0" idx="0"/>
          </p:cNvCxnSpPr>
          <p:nvPr/>
        </p:nvCxnSpPr>
        <p:spPr>
          <a:xfrm>
            <a:off x="4222915" y="4351807"/>
            <a:ext cx="200941" cy="7674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9" idx="2"/>
            <a:endCxn id="11" idx="0"/>
          </p:cNvCxnSpPr>
          <p:nvPr/>
        </p:nvCxnSpPr>
        <p:spPr>
          <a:xfrm flipH="1" flipV="1">
            <a:off x="3873830" y="4240433"/>
            <a:ext cx="349085" cy="111374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9" idx="3"/>
            <a:endCxn id="12" idx="1"/>
          </p:cNvCxnSpPr>
          <p:nvPr/>
        </p:nvCxnSpPr>
        <p:spPr>
          <a:xfrm flipH="1">
            <a:off x="2983746" y="4151807"/>
            <a:ext cx="1739169" cy="37337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4" idx="3"/>
            <a:endCxn id="13" idx="1"/>
          </p:cNvCxnSpPr>
          <p:nvPr/>
        </p:nvCxnSpPr>
        <p:spPr>
          <a:xfrm flipH="1" flipV="1">
            <a:off x="3475340" y="3779251"/>
            <a:ext cx="1746660" cy="83930"/>
          </a:xfrm>
          <a:prstGeom prst="curvedConnector3">
            <a:avLst/>
          </a:prstGeom>
          <a:ln w="25400">
            <a:solidFill>
              <a:srgbClr val="F1C4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2842967" y="3779251"/>
            <a:ext cx="1632373" cy="83930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3"/>
            <a:endCxn id="15" idx="1"/>
          </p:cNvCxnSpPr>
          <p:nvPr/>
        </p:nvCxnSpPr>
        <p:spPr>
          <a:xfrm flipH="1" flipV="1">
            <a:off x="2983746" y="3537218"/>
            <a:ext cx="1491594" cy="242033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4" idx="0"/>
            <a:endCxn id="16" idx="2"/>
          </p:cNvCxnSpPr>
          <p:nvPr/>
        </p:nvCxnSpPr>
        <p:spPr>
          <a:xfrm flipH="1">
            <a:off x="4497928" y="3603181"/>
            <a:ext cx="74072" cy="111850"/>
          </a:xfrm>
          <a:prstGeom prst="curved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3"/>
            <a:endCxn id="17" idx="1"/>
          </p:cNvCxnSpPr>
          <p:nvPr/>
        </p:nvCxnSpPr>
        <p:spPr>
          <a:xfrm flipH="1" flipV="1">
            <a:off x="3373830" y="3285929"/>
            <a:ext cx="1624098" cy="229102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6" idx="0"/>
            <a:endCxn id="18" idx="2"/>
          </p:cNvCxnSpPr>
          <p:nvPr/>
        </p:nvCxnSpPr>
        <p:spPr>
          <a:xfrm flipH="1">
            <a:off x="4423856" y="3315031"/>
            <a:ext cx="74072" cy="51850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6" idx="0"/>
            <a:endCxn id="19" idx="2"/>
          </p:cNvCxnSpPr>
          <p:nvPr/>
        </p:nvCxnSpPr>
        <p:spPr>
          <a:xfrm>
            <a:off x="4497928" y="3315031"/>
            <a:ext cx="509892" cy="92317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4" idx="1"/>
            <a:endCxn id="20" idx="3"/>
          </p:cNvCxnSpPr>
          <p:nvPr/>
        </p:nvCxnSpPr>
        <p:spPr>
          <a:xfrm flipV="1">
            <a:off x="3922000" y="3700199"/>
            <a:ext cx="1694126" cy="162982"/>
          </a:xfrm>
          <a:prstGeom prst="curvedConnector3">
            <a:avLst/>
          </a:prstGeom>
          <a:ln w="2540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21" idx="2"/>
          </p:cNvCxnSpPr>
          <p:nvPr/>
        </p:nvCxnSpPr>
        <p:spPr>
          <a:xfrm>
            <a:off x="5116126" y="3500199"/>
            <a:ext cx="375817" cy="97859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1"/>
            <a:endCxn id="22" idx="3"/>
          </p:cNvCxnSpPr>
          <p:nvPr/>
        </p:nvCxnSpPr>
        <p:spPr>
          <a:xfrm flipV="1">
            <a:off x="4616126" y="3695322"/>
            <a:ext cx="1649192" cy="4877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