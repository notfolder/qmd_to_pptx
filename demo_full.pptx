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4"/>
    <p:sldId id="303" r:id="rId55"/>
    <p:sldId id="304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notesMaster" Target="notesMasters/notesMaster1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言語別コード比率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Python</c:v>
                </c:pt>
                <c:pt idx="1">
                  <c:v>TypeScript</c:v>
                </c:pt>
                <c:pt idx="2">
                  <c:v>Rust</c:v>
                </c:pt>
                <c:pt idx="3">
                  <c:v>Go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15.0</c:v>
                </c:pt>
                <c:pt idx="3">
                  <c:v>10.0</c:v>
                </c:pt>
                <c:pt idx="4">
                  <c:v>5.0</c:v>
                </c:pt>
              </c:numCache>
            </c:numRef>
          </c:val>
        </c:ser>
        <c:dLbls>
          <c:dLblPos val="bestFit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売上内訳（百万円）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サービス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</c:v>
                </c:pt>
                <c:pt idx="1">
                  <c:v>87.3</c:v>
                </c:pt>
                <c:pt idx="2">
                  <c:v>54.0</c:v>
                </c:pt>
                <c:pt idx="3">
                  <c:v>38.2</c:v>
                </c:pt>
              </c:numCache>
            </c:numRef>
          </c:val>
        </c:ser>
        <c:dLbls>
          <c:dLblPos val="bestFit"/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 33"/>
          <p:cNvGrpSpPr/>
          <p:nvPr/>
        </p:nvGrpSpPr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 27"/>
          <p:cNvGrpSpPr/>
          <p:nvPr/>
        </p:nvGrpSpPr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nvGrpSpPr>
          <p:cNvPr id="29" name="グループ 29"/>
          <p:cNvGrpSpPr/>
          <p:nvPr/>
        </p:nvGrpSpPr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nvGrpSpPr>
          <p:cNvPr id="30" name="グループ 30"/>
          <p:cNvGrpSpPr/>
          <p:nvPr/>
        </p:nvGrpSpPr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 21"/>
          <p:cNvGrpSpPr/>
          <p:nvPr/>
        </p:nvGrpSpPr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nvGrpSpPr>
          <p:cNvPr id="22" name="グループ 22"/>
          <p:cNvGrpSpPr/>
          <p:nvPr/>
        </p:nvGrpSpPr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nvGrpSpPr>
          <p:cNvPr id="23" name="グループ 23"/>
          <p:cNvGrpSpPr/>
          <p:nvPr/>
        </p:nvGrpSpPr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4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4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グループ 30"/>
          <p:cNvGrpSpPr/>
          <p:nvPr/>
        </p:nvGrpSpPr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1" name="グループ 31"/>
          <p:cNvGrpSpPr/>
          <p:nvPr/>
        </p:nvGrpSpPr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2" name="グループ 32"/>
          <p:cNvGrpSpPr/>
          <p:nvPr/>
        </p:nvGrpSpPr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nvGrpSpPr>
          <p:cNvPr id="33" name="グループ 33"/>
          <p:cNvGrpSpPr/>
          <p:nvPr/>
        </p:nvGrpSpPr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グループ 26"/>
          <p:cNvGrpSpPr/>
          <p:nvPr/>
        </p:nvGrpSpPr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nvGrpSpPr>
          <p:cNvPr id="27" name="グループ 27"/>
          <p:cNvGrpSpPr/>
          <p:nvPr/>
        </p:nvGrpSpPr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33" name="グループ 33"/>
          <p:cNvGrpSpPr/>
          <p:nvPr/>
        </p:nvGrpSpPr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nvGrpSpPr>
          <p:cNvPr id="35" name="グループ 35"/>
          <p:cNvGrpSpPr/>
          <p:nvPr/>
        </p:nvGrpSpPr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nvGrpSpPr>
          <p:cNvPr id="36" name="グループ 36"/>
          <p:cNvGrpSpPr/>
          <p:nvPr/>
        </p:nvGrpSpPr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7" name="Connector 36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9" idx="3"/>
            <a:endCxn id="14" idx="1"/>
          </p:cNvCxnSpPr>
          <p:nvPr/>
        </p:nvCxnSpPr>
        <p:spPr>
          <a:xfrm flipH="1" flipV="1">
            <a:off x="2496601" y="2460200"/>
            <a:ext cx="59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9" idx="1"/>
            <a:endCxn id="14" idx="3"/>
          </p:cNvCxnSpPr>
          <p:nvPr/>
        </p:nvCxnSpPr>
        <p:spPr>
          <a:xfrm flipV="1">
            <a:off x="657200" y="2460200"/>
            <a:ext cx="4239401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8a. 円グラフ（Pie Chart） - パーセント表示（showData なし）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8b. 円グラフ（Pie Chart） - パーセント + 実数値表示（showData あり）: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1"/>
            <a:endCxn id="5" idx="3"/>
          </p:cNvCxnSpPr>
          <p:nvPr/>
        </p:nvCxnSpPr>
        <p:spPr>
          <a:xfrm>
            <a:off x="3822000" y="3863181"/>
            <a:ext cx="2548072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1"/>
            <a:endCxn id="6" idx="3"/>
          </p:cNvCxnSpPr>
          <p:nvPr/>
        </p:nvCxnSpPr>
        <p:spPr>
          <a:xfrm flipV="1">
            <a:off x="5270072" y="4311883"/>
            <a:ext cx="294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1"/>
            <a:endCxn id="7" idx="3"/>
          </p:cNvCxnSpPr>
          <p:nvPr/>
        </p:nvCxnSpPr>
        <p:spPr>
          <a:xfrm>
            <a:off x="5270072" y="4484839"/>
            <a:ext cx="220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3"/>
            <a:endCxn id="9" idx="1"/>
          </p:cNvCxnSpPr>
          <p:nvPr/>
        </p:nvCxnSpPr>
        <p:spPr>
          <a:xfrm flipH="1">
            <a:off x="3074805" y="3863181"/>
            <a:ext cx="224719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3"/>
            <a:endCxn id="11" idx="1"/>
          </p:cNvCxnSpPr>
          <p:nvPr/>
        </p:nvCxnSpPr>
        <p:spPr>
          <a:xfrm flipH="1">
            <a:off x="2267609" y="4634704"/>
            <a:ext cx="1907196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3"/>
            <a:endCxn id="12" idx="1"/>
          </p:cNvCxnSpPr>
          <p:nvPr/>
        </p:nvCxnSpPr>
        <p:spPr>
          <a:xfrm flipH="1">
            <a:off x="1209168" y="4634704"/>
            <a:ext cx="296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3"/>
            <a:endCxn id="13" idx="1"/>
          </p:cNvCxnSpPr>
          <p:nvPr/>
        </p:nvCxnSpPr>
        <p:spPr>
          <a:xfrm flipH="1" flipV="1">
            <a:off x="2403044" y="3638830"/>
            <a:ext cx="29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827184" y="3638830"/>
            <a:ext cx="267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3"/>
            <a:endCxn id="15" idx="1"/>
          </p:cNvCxnSpPr>
          <p:nvPr/>
        </p:nvCxnSpPr>
        <p:spPr>
          <a:xfrm flipH="1" flipV="1">
            <a:off x="1209168" y="2991853"/>
            <a:ext cx="229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7" idx="1"/>
          </p:cNvCxnSpPr>
          <p:nvPr/>
        </p:nvCxnSpPr>
        <p:spPr>
          <a:xfrm flipH="1" flipV="1">
            <a:off x="2267609" y="2320134"/>
            <a:ext cx="265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1"/>
            <a:endCxn id="19" idx="3"/>
          </p:cNvCxnSpPr>
          <p:nvPr/>
        </p:nvCxnSpPr>
        <p:spPr>
          <a:xfrm flipV="1">
            <a:off x="3821017" y="2110080"/>
            <a:ext cx="234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1"/>
            <a:endCxn id="20" idx="3"/>
          </p:cNvCxnSpPr>
          <p:nvPr/>
        </p:nvCxnSpPr>
        <p:spPr>
          <a:xfrm flipV="1">
            <a:off x="3822000" y="3427517"/>
            <a:ext cx="27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1"/>
            <a:endCxn id="21" idx="3"/>
          </p:cNvCxnSpPr>
          <p:nvPr/>
        </p:nvCxnSpPr>
        <p:spPr>
          <a:xfrm flipV="1">
            <a:off x="5498416" y="2619865"/>
            <a:ext cx="197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22" idx="3"/>
          </p:cNvCxnSpPr>
          <p:nvPr/>
        </p:nvCxnSpPr>
        <p:spPr>
          <a:xfrm flipV="1">
            <a:off x="5498416" y="3414479"/>
            <a:ext cx="272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