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1"/>
    <p:sldId id="300" r:id="rId52"/>
    <p:sldId id="301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