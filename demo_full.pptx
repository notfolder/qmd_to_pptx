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9"/>
    <p:sldId id="298" r:id="rId50"/>
    <p:sldId id="299" r:id="rId5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/>
            <a:r>
              <a:rPr sz="1800"/>
              <a:t>第2レベル（ネスト）</a:t>
            </a:r>
          </a:p>
          <a:p>
            <a:pPr/>
            <a:r>
              <a:rPr sz="1800"/>
              <a:t>第2レベル（ネスト）2</a:t>
            </a:r>
          </a:p>
          <a:p>
            <a:pPr lvl="1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def fibonacci(n: int) -&gt; int:
    if n &lt;= 1:
        return n
    return fibonacci(n - 1) + fibonacci(n - 2)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i"/>
                              </m:rPr>
                              <m:t>i</m:t>
                            </m:r>
                            <m:r>
                              <m:rPr>
                                <m:sty m:val="i"/>
                              </m:rPr>
                              <m:t>π</m:t>
                            </m:r>
                          </m:e>
                        </m:box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1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0</m:t>
                    </m:r>
                  </m:e>
                </m:box>
              </m:oMath>
            </a14:m>
          </a:p>
        </p:txBody>
      </p:sp>
      <p:sp>
        <p:nvSpPr>
          <p:cNvPr id="6" name="TextBox 5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482959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8887" y="3410684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5367" y="2153067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1083465" y="472749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742518" y="4748105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2463625" y="544936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7224696" y="2554157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3105689" y="1791026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507978" y="4363904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731819" y="1804525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5922439" y="1885649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1136164" y="3071923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>
            <a:off x="5512937" y="5318831"/>
            <a:ext cx="1200000" cy="500000"/>
          </a:xfrm>
          <a:prstGeom prst="inverted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89451" y="3679647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5082959" y="3910684"/>
            <a:ext cx="2855928" cy="1715479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3"/>
            <a:endCxn id="6" idx="1"/>
          </p:cNvCxnSpPr>
          <p:nvPr/>
        </p:nvCxnSpPr>
        <p:spPr>
          <a:xfrm flipH="1" flipV="1">
            <a:off x="1565367" y="2403067"/>
            <a:ext cx="6973520" cy="1257617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7" idx="0"/>
          </p:cNvCxnSpPr>
          <p:nvPr/>
        </p:nvCxnSpPr>
        <p:spPr>
          <a:xfrm flipH="1">
            <a:off x="1683465" y="2653067"/>
            <a:ext cx="481902" cy="2074424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1083465" y="4977491"/>
            <a:ext cx="6859053" cy="20614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3"/>
            <a:endCxn id="9" idx="1"/>
          </p:cNvCxnSpPr>
          <p:nvPr/>
        </p:nvCxnSpPr>
        <p:spPr>
          <a:xfrm flipH="1">
            <a:off x="2463625" y="4998105"/>
            <a:ext cx="5478893" cy="701257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0"/>
            <a:endCxn id="10" idx="2"/>
          </p:cNvCxnSpPr>
          <p:nvPr/>
        </p:nvCxnSpPr>
        <p:spPr>
          <a:xfrm flipV="1">
            <a:off x="3063625" y="3054157"/>
            <a:ext cx="4761071" cy="2395205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3"/>
            <a:endCxn id="11" idx="1"/>
          </p:cNvCxnSpPr>
          <p:nvPr/>
        </p:nvCxnSpPr>
        <p:spPr>
          <a:xfrm flipH="1" flipV="1">
            <a:off x="3105689" y="2041026"/>
            <a:ext cx="5319007" cy="763131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3705689" y="2291026"/>
            <a:ext cx="402289" cy="207287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0"/>
            <a:endCxn id="13" idx="2"/>
          </p:cNvCxnSpPr>
          <p:nvPr/>
        </p:nvCxnSpPr>
        <p:spPr>
          <a:xfrm flipV="1">
            <a:off x="4107978" y="2304525"/>
            <a:ext cx="1223841" cy="2059379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731819" y="2054525"/>
            <a:ext cx="2390620" cy="81124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3"/>
            <a:endCxn id="15" idx="1"/>
          </p:cNvCxnSpPr>
          <p:nvPr/>
        </p:nvCxnSpPr>
        <p:spPr>
          <a:xfrm flipH="1">
            <a:off x="1136164" y="2135649"/>
            <a:ext cx="5986275" cy="1186274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>
            <a:off x="1136164" y="3321923"/>
            <a:ext cx="5576773" cy="224690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3"/>
            <a:endCxn id="17" idx="1"/>
          </p:cNvCxnSpPr>
          <p:nvPr/>
        </p:nvCxnSpPr>
        <p:spPr>
          <a:xfrm flipH="1" flipV="1">
            <a:off x="789451" y="3929647"/>
            <a:ext cx="5923486" cy="1639184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654637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2595" y="308129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737" y="238161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5109" y="4321198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6166908" y="5081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9" name="Rectangle 8"/>
          <p:cNvSpPr/>
          <p:nvPr/>
        </p:nvSpPr>
        <p:spPr>
          <a:xfrm>
            <a:off x="2707608" y="464186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×端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6543" y="2012188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5860" y="175919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5254637" y="3581297"/>
            <a:ext cx="1647958" cy="2044866"/>
            <a:chOff x="5254637" y="3581297"/>
            <a:chExt cx="1647958" cy="2044866"/>
          </a:xfrm>
        </p:grpSpPr>
        <p:cxnSp>
          <p:nvCxnSpPr>
            <p:cNvPr id="12" name="Connector 11"/>
            <p:cNvCxnSpPr>
              <a:stCxn id="4" idx="0"/>
              <a:endCxn id="5" idx="2"/>
            </p:cNvCxnSpPr>
            <p:nvPr/>
          </p:nvCxnSpPr>
          <p:spPr>
            <a:xfrm flipV="1">
              <a:off x="5254637" y="3581297"/>
              <a:ext cx="1647958" cy="2044866"/>
            </a:xfrm>
            <a:prstGeom prst="line">
              <a:avLst/>
            </a:prstGeom>
            <a:ln>
              <a:head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5628616" y="4443730"/>
              <a:ext cx="900000" cy="320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/>
                <a:t>通常矢印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1056737" y="2631612"/>
            <a:ext cx="6445858" cy="699685"/>
            <a:chOff x="1056737" y="2631612"/>
            <a:chExt cx="6445858" cy="699685"/>
          </a:xfrm>
        </p:grpSpPr>
        <p:cxnSp>
          <p:nvCxnSpPr>
            <p:cNvPr id="15" name="Connector 14"/>
            <p:cNvCxnSpPr>
              <a:stCxn id="5" idx="3"/>
              <a:endCxn id="6" idx="1"/>
            </p:cNvCxnSpPr>
            <p:nvPr/>
          </p:nvCxnSpPr>
          <p:spPr>
            <a:xfrm flipH="1" flipV="1">
              <a:off x="1056737" y="2631612"/>
              <a:ext cx="6445858" cy="699685"/>
            </a:xfrm>
            <a:prstGeom prst="line">
              <a:avLst/>
            </a:prstGeom>
            <a:ln>
              <a:prstDash val="dash"/>
              <a:head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829666" y="2821454"/>
              <a:ext cx="900000" cy="320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/>
                <a:t>点線矢印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110923" y="2881612"/>
            <a:ext cx="900000" cy="1439586"/>
            <a:chOff x="1110923" y="2881612"/>
            <a:chExt cx="900000" cy="1439586"/>
          </a:xfrm>
        </p:grpSpPr>
        <p:cxnSp>
          <p:nvCxnSpPr>
            <p:cNvPr id="18" name="Connector 17"/>
            <p:cNvCxnSpPr>
              <a:stCxn id="6" idx="2"/>
              <a:endCxn id="7" idx="0"/>
            </p:cNvCxnSpPr>
            <p:nvPr/>
          </p:nvCxnSpPr>
          <p:spPr>
            <a:xfrm flipH="1">
              <a:off x="1465109" y="2881612"/>
              <a:ext cx="191628" cy="1439586"/>
            </a:xfrm>
            <a:prstGeom prst="line">
              <a:avLst/>
            </a:prstGeom>
            <a:ln w="38100">
              <a:head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1110923" y="3441405"/>
              <a:ext cx="900000" cy="320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/>
                <a:t>太線矢印</a:t>
              </a:r>
            </a:p>
          </p:txBody>
        </p:sp>
      </p:grp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865109" y="4571198"/>
            <a:ext cx="6501799" cy="760738"/>
          </a:xfrm>
          <a:prstGeom prst="line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3"/>
            <a:endCxn id="9" idx="1"/>
          </p:cNvCxnSpPr>
          <p:nvPr/>
        </p:nvCxnSpPr>
        <p:spPr>
          <a:xfrm flipH="1" flipV="1">
            <a:off x="2707608" y="4891865"/>
            <a:ext cx="4659300" cy="440071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/>
          <p:cNvGrpSpPr/>
          <p:nvPr/>
        </p:nvGrpSpPr>
        <p:grpSpPr>
          <a:xfrm>
            <a:off x="3307608" y="2512188"/>
            <a:ext cx="3598935" cy="2129677"/>
            <a:chOff x="3307608" y="2512188"/>
            <a:chExt cx="3598935" cy="2129677"/>
          </a:xfrm>
        </p:grpSpPr>
        <p:cxnSp>
          <p:nvCxnSpPr>
            <p:cNvPr id="23" name="Connector 22"/>
            <p:cNvCxnSpPr>
              <a:stCxn id="9" idx="0"/>
              <a:endCxn id="10" idx="2"/>
            </p:cNvCxnSpPr>
            <p:nvPr/>
          </p:nvCxnSpPr>
          <p:spPr>
            <a:xfrm flipV="1">
              <a:off x="3307608" y="2512188"/>
              <a:ext cx="3598935" cy="2129677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4657075" y="3417026"/>
              <a:ext cx="900000" cy="320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/>
                <a:t>両方向</a:t>
              </a:r>
            </a:p>
          </p:txBody>
        </p:sp>
      </p:grpSp>
      <p:cxnSp>
        <p:nvCxnSpPr>
          <p:cNvPr id="26" name="Connector 25"/>
          <p:cNvCxnSpPr>
            <a:stCxn id="10" idx="3"/>
            <a:endCxn id="11" idx="1"/>
          </p:cNvCxnSpPr>
          <p:nvPr/>
        </p:nvCxnSpPr>
        <p:spPr>
          <a:xfrm flipH="1" flipV="1">
            <a:off x="3715860" y="2009190"/>
            <a:ext cx="3790683" cy="25299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シーケンス図（Sequence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sequenceDiagram
    participant A as クライアント
    participant B as サーバー
    participant C as データベース
    A-&gt;&gt;B: リクエスト送信
    B-&gt;&gt;C: クエリ実行
    C--&gt;&gt;B: 結果返却
    B--&gt;&gt;A: レスポンス返却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gantt
    title プロジェクト計画
    dateFormat YYYY-MM-DD
    section 設計
        要件定義  :done, des1, 2024-01-01, 2024-01-07
        基本設計  :done, des2, 2024-01-08, 7d
    section 実装
        コーディング :active, dev1, 2024-01-15, 14d
        テスト       :        dev2, after dev1, 7d
    section リリース
        デプロイ :milestone, 2024-02-05, 1d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line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line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line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line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line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状態図（State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5550039" y="489853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151066" y="2071018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待機中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9305" y="2398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5092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完了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8870" y="3846909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エラー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5518" y="511328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root_end</a:t>
            </a:r>
          </a:p>
        </p:txBody>
      </p:sp>
      <p:cxnSp>
        <p:nvCxnSpPr>
          <p:cNvPr id="10" name="Connector 9"/>
          <p:cNvCxnSpPr>
            <a:stCxn id="4" idx="0"/>
            <a:endCxn id="5" idx="2"/>
          </p:cNvCxnSpPr>
          <p:nvPr/>
        </p:nvCxnSpPr>
        <p:spPr>
          <a:xfrm flipV="1">
            <a:off x="6150039" y="2571018"/>
            <a:ext cx="601027" cy="23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3"/>
            <a:endCxn id="6" idx="1"/>
          </p:cNvCxnSpPr>
          <p:nvPr/>
        </p:nvCxnSpPr>
        <p:spPr>
          <a:xfrm flipH="1">
            <a:off x="3369305" y="2321018"/>
            <a:ext cx="3981761" cy="3274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3"/>
            <a:endCxn id="7" idx="1"/>
          </p:cNvCxnSpPr>
          <p:nvPr/>
        </p:nvCxnSpPr>
        <p:spPr>
          <a:xfrm flipH="1">
            <a:off x="457200" y="2648426"/>
            <a:ext cx="4112105" cy="952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1"/>
            <a:endCxn id="8" idx="3"/>
          </p:cNvCxnSpPr>
          <p:nvPr/>
        </p:nvCxnSpPr>
        <p:spPr>
          <a:xfrm>
            <a:off x="3369305" y="2648426"/>
            <a:ext cx="4959565" cy="1448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8" idx="0"/>
            <a:endCxn id="5" idx="2"/>
          </p:cNvCxnSpPr>
          <p:nvPr/>
        </p:nvCxnSpPr>
        <p:spPr>
          <a:xfrm flipH="1" flipV="1">
            <a:off x="6751066" y="2571018"/>
            <a:ext cx="977804" cy="12758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9" idx="0"/>
          </p:cNvCxnSpPr>
          <p:nvPr/>
        </p:nvCxnSpPr>
        <p:spPr>
          <a:xfrm>
            <a:off x="1057200" y="3850921"/>
            <a:ext cx="718318" cy="1262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5501112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6332" y="28612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28555" y="235217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0"/>
            <a:endCxn id="5" idx="2"/>
          </p:cNvCxnSpPr>
          <p:nvPr/>
        </p:nvCxnSpPr>
        <p:spPr>
          <a:xfrm flipV="1">
            <a:off x="6101112" y="3361204"/>
            <a:ext cx="185220" cy="2264959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3"/>
            <a:endCxn id="6" idx="1"/>
          </p:cNvCxnSpPr>
          <p:nvPr/>
        </p:nvCxnSpPr>
        <p:spPr>
          <a:xfrm flipH="1" flipV="1">
            <a:off x="728555" y="2602176"/>
            <a:ext cx="6157777" cy="50902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import math
print(math.pi)
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/>
            <a:r>
              <a:rPr sz="1800"/>
              <a:t>Flowchart / Sequence / Gantt / Class / State</a:t>
            </a:r>
          </a:p>
          <a:p>
            <a:pPr/>
            <a:r>
              <a:rPr sz="1800"/>
              <a:t>ER / User Journey / Pie / Quadrant / Requirement</a:t>
            </a:r>
          </a:p>
          <a:p>
            <a:pPr/>
            <a:r>
              <a:rPr sz="1800"/>
              <a:t>Git Graph / Mindmap / Timeline / ZenUML / Sankey</a:t>
            </a:r>
          </a:p>
          <a:p>
            <a:pPr/>
            <a:r>
              <a:rPr sz="1800"/>
              <a:t>XY Chart / Block / Packet / Kanban / Architecture / C4</a:t>
            </a:r>
          </a:p>
          <a:p>
            <a:pPr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