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3"/>
            <a:endCxn id="5" idx="1"/>
          </p:cNvCxnSpPr>
          <p:nvPr/>
        </p:nvCxnSpPr>
        <p:spPr>
          <a:xfrm>
            <a:off x="165720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>
            <a:off x="306312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3"/>
            <a:endCxn id="7" idx="1"/>
          </p:cNvCxnSpPr>
          <p:nvPr/>
        </p:nvCxnSpPr>
        <p:spPr>
          <a:xfrm>
            <a:off x="446904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3"/>
            <a:endCxn id="8" idx="1"/>
          </p:cNvCxnSpPr>
          <p:nvPr/>
        </p:nvCxnSpPr>
        <p:spPr>
          <a:xfrm>
            <a:off x="587496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>
            <a:off x="728088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 flipH="1">
            <a:off x="1657200" y="2437860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>
            <a:off x="165720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>
            <a:off x="306312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>
            <a:off x="446904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>
            <a:off x="587496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728088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H="1">
            <a:off x="1657200" y="3863181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>
            <a:off x="1657200" y="5288502"/>
            <a:ext cx="58296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1"/>
            <a:endCxn id="6" idx="3"/>
          </p:cNvCxnSpPr>
          <p:nvPr/>
        </p:nvCxnSpPr>
        <p:spPr>
          <a:xfrm flipH="1">
            <a:off x="16572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7" idx="1"/>
          </p:cNvCxnSpPr>
          <p:nvPr/>
        </p:nvCxnSpPr>
        <p:spPr>
          <a:xfrm>
            <a:off x="51720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3"/>
            <a:endCxn id="11" idx="1"/>
          </p:cNvCxnSpPr>
          <p:nvPr/>
        </p:nvCxnSpPr>
        <p:spPr>
          <a:xfrm>
            <a:off x="1657200" y="4265777"/>
            <a:ext cx="11432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2" idx="1"/>
          </p:cNvCxnSpPr>
          <p:nvPr/>
        </p:nvCxnSpPr>
        <p:spPr>
          <a:xfrm>
            <a:off x="1657200" y="4265777"/>
            <a:ext cx="34864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>
            <a:off x="16572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51720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2157200" y="1820200"/>
            <a:ext cx="15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3"/>
            <a:endCxn id="12" idx="1"/>
          </p:cNvCxnSpPr>
          <p:nvPr/>
        </p:nvCxnSpPr>
        <p:spPr>
          <a:xfrm>
            <a:off x="5422000" y="1820200"/>
            <a:ext cx="15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1"/>
            <a:endCxn id="16" idx="3"/>
          </p:cNvCxnSpPr>
          <p:nvPr/>
        </p:nvCxnSpPr>
        <p:spPr>
          <a:xfrm flipH="1">
            <a:off x="2157200" y="1820200"/>
            <a:ext cx="15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H="1">
            <a:off x="2157200" y="3543181"/>
            <a:ext cx="15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3"/>
            <a:endCxn id="24" idx="1"/>
          </p:cNvCxnSpPr>
          <p:nvPr/>
        </p:nvCxnSpPr>
        <p:spPr>
          <a:xfrm>
            <a:off x="5422000" y="1820200"/>
            <a:ext cx="15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H="1">
            <a:off x="2157200" y="5266163"/>
            <a:ext cx="15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>
            <a:off x="5172000" y="3863181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 flipH="1">
            <a:off x="2008679" y="3863181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 flipV="1">
            <a:off x="2008679" y="2957339"/>
            <a:ext cx="1963321" cy="1811684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9" idx="3"/>
          </p:cNvCxnSpPr>
          <p:nvPr/>
        </p:nvCxnSpPr>
        <p:spPr>
          <a:xfrm flipH="1">
            <a:off x="4797000" y="4769023"/>
            <a:ext cx="2338320" cy="90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3"/>
            <a:endCxn id="6" idx="1"/>
          </p:cNvCxnSpPr>
          <p:nvPr/>
        </p:nvCxnSpPr>
        <p:spPr>
          <a:xfrm>
            <a:off x="1598679" y="3863181"/>
            <a:ext cx="127332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3"/>
            <a:endCxn id="12" idx="1"/>
          </p:cNvCxnSpPr>
          <p:nvPr/>
        </p:nvCxnSpPr>
        <p:spPr>
          <a:xfrm>
            <a:off x="3141999" y="3608180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 flipH="1"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3"/>
            <a:endCxn id="15" idx="1"/>
          </p:cNvCxnSpPr>
          <p:nvPr/>
        </p:nvCxnSpPr>
        <p:spPr>
          <a:xfrm>
            <a:off x="3141999" y="4958181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 flipH="1"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6" idx="3"/>
            <a:endCxn id="9" idx="1"/>
          </p:cNvCxnSpPr>
          <p:nvPr/>
        </p:nvCxnSpPr>
        <p:spPr>
          <a:xfrm>
            <a:off x="6272000" y="3863181"/>
            <a:ext cx="12383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1"/>
            <a:endCxn id="8" idx="3"/>
          </p:cNvCxnSpPr>
          <p:nvPr/>
        </p:nvCxnSpPr>
        <p:spPr>
          <a:xfrm flipH="1">
            <a:off x="2008679" y="2957339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3"/>
            <a:endCxn id="9" idx="1"/>
          </p:cNvCxnSpPr>
          <p:nvPr/>
        </p:nvCxnSpPr>
        <p:spPr>
          <a:xfrm>
            <a:off x="5172000" y="2957339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3"/>
            <a:endCxn id="4" idx="1"/>
          </p:cNvCxnSpPr>
          <p:nvPr/>
        </p:nvCxnSpPr>
        <p:spPr>
          <a:xfrm>
            <a:off x="2008679" y="3863181"/>
            <a:ext cx="8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4" idx="3"/>
          </p:cNvCxnSpPr>
          <p:nvPr/>
        </p:nvCxnSpPr>
        <p:spPr>
          <a:xfrm flipH="1">
            <a:off x="6272000" y="3863181"/>
            <a:ext cx="8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1"/>
            <a:endCxn id="14" idx="3"/>
          </p:cNvCxnSpPr>
          <p:nvPr/>
        </p:nvCxnSpPr>
        <p:spPr>
          <a:xfrm flipH="1" flipV="1">
            <a:off x="4896601" y="2460200"/>
            <a:ext cx="11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3"/>
            <a:endCxn id="14" idx="1"/>
          </p:cNvCxnSpPr>
          <p:nvPr/>
        </p:nvCxnSpPr>
        <p:spPr>
          <a:xfrm flipV="1" flipH="1">
            <a:off x="2496601" y="2460200"/>
            <a:ext cx="560599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3"/>
            <a:endCxn id="5" idx="1"/>
          </p:cNvCxnSpPr>
          <p:nvPr/>
        </p:nvCxnSpPr>
        <p:spPr>
          <a:xfrm flipH="1">
            <a:off x="5270072" y="3863181"/>
            <a:ext cx="51928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3"/>
            <a:endCxn id="6" idx="1"/>
          </p:cNvCxnSpPr>
          <p:nvPr/>
        </p:nvCxnSpPr>
        <p:spPr>
          <a:xfrm flipV="1">
            <a:off x="6370072" y="4311883"/>
            <a:ext cx="102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7" idx="1"/>
          </p:cNvCxnSpPr>
          <p:nvPr/>
        </p:nvCxnSpPr>
        <p:spPr>
          <a:xfrm>
            <a:off x="6370072" y="4484839"/>
            <a:ext cx="28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1"/>
            <a:endCxn id="9" idx="3"/>
          </p:cNvCxnSpPr>
          <p:nvPr/>
        </p:nvCxnSpPr>
        <p:spPr>
          <a:xfrm>
            <a:off x="3822000" y="3863181"/>
            <a:ext cx="35280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1"/>
            <a:endCxn id="11" idx="3"/>
          </p:cNvCxnSpPr>
          <p:nvPr/>
        </p:nvCxnSpPr>
        <p:spPr>
          <a:xfrm>
            <a:off x="3074805" y="4634704"/>
            <a:ext cx="12804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1"/>
            <a:endCxn id="12" idx="3"/>
          </p:cNvCxnSpPr>
          <p:nvPr/>
        </p:nvCxnSpPr>
        <p:spPr>
          <a:xfrm flipH="1">
            <a:off x="2029168" y="4634704"/>
            <a:ext cx="104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1"/>
            <a:endCxn id="13" idx="3"/>
          </p:cNvCxnSpPr>
          <p:nvPr/>
        </p:nvCxnSpPr>
        <p:spPr>
          <a:xfrm flipH="1" flipV="1">
            <a:off x="3503044" y="3638830"/>
            <a:ext cx="3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1647184" y="3638830"/>
            <a:ext cx="75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15" idx="3"/>
          </p:cNvCxnSpPr>
          <p:nvPr/>
        </p:nvCxnSpPr>
        <p:spPr>
          <a:xfrm flipH="1" flipV="1">
            <a:off x="2029168" y="2991853"/>
            <a:ext cx="37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1"/>
            <a:endCxn id="17" idx="3"/>
          </p:cNvCxnSpPr>
          <p:nvPr/>
        </p:nvCxnSpPr>
        <p:spPr>
          <a:xfrm flipH="1" flipV="1">
            <a:off x="3087609" y="2320134"/>
            <a:ext cx="73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3"/>
            <a:endCxn id="19" idx="1"/>
          </p:cNvCxnSpPr>
          <p:nvPr/>
        </p:nvCxnSpPr>
        <p:spPr>
          <a:xfrm flipV="1">
            <a:off x="4921017" y="2110080"/>
            <a:ext cx="42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3"/>
            <a:endCxn id="20" idx="1"/>
          </p:cNvCxnSpPr>
          <p:nvPr/>
        </p:nvCxnSpPr>
        <p:spPr>
          <a:xfrm flipV="1">
            <a:off x="5322000" y="3427517"/>
            <a:ext cx="1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1" idx="1"/>
          </p:cNvCxnSpPr>
          <p:nvPr/>
        </p:nvCxnSpPr>
        <p:spPr>
          <a:xfrm flipV="1">
            <a:off x="6598416" y="2619865"/>
            <a:ext cx="5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3"/>
            <a:endCxn id="22" idx="1"/>
          </p:cNvCxnSpPr>
          <p:nvPr/>
        </p:nvCxnSpPr>
        <p:spPr>
          <a:xfrm flipV="1">
            <a:off x="6598416" y="3414479"/>
            <a:ext cx="80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>
            <a:off x="16572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>
            <a:off x="51720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