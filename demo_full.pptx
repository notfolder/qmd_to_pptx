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8"/>
    <p:sldId id="297" r:id="rId49"/>
    <p:sldId id="298" r:id="rId5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666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8453" y="3350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8151" y="288528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</a:t>
            </a:r>
          </a:p>
        </p:txBody>
      </p:sp>
      <p:sp>
        <p:nvSpPr>
          <p:cNvPr id="7" name="Rectangle 6"/>
          <p:cNvSpPr/>
          <p:nvPr/>
        </p:nvSpPr>
        <p:spPr>
          <a:xfrm>
            <a:off x="3838337" y="46840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7858" y="437917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E</a:t>
            </a:r>
          </a:p>
        </p:txBody>
      </p:sp>
      <p:cxnSp>
        <p:nvCxnSpPr>
          <p:cNvPr id="9" name="Connector 8"/>
          <p:cNvCxnSpPr>
            <a:stCxn id="4" idx="1"/>
            <a:endCxn id="5" idx="3"/>
          </p:cNvCxnSpPr>
          <p:nvPr/>
        </p:nvCxnSpPr>
        <p:spPr>
          <a:xfrm>
            <a:off x="457200" y="3016604"/>
            <a:ext cx="3761253" cy="584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5" idx="1"/>
            <a:endCxn id="6" idx="3"/>
          </p:cNvCxnSpPr>
          <p:nvPr/>
        </p:nvCxnSpPr>
        <p:spPr>
          <a:xfrm flipV="1">
            <a:off x="3018453" y="3135282"/>
            <a:ext cx="3599698" cy="465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7" idx="0"/>
          </p:cNvCxnSpPr>
          <p:nvPr/>
        </p:nvCxnSpPr>
        <p:spPr>
          <a:xfrm>
            <a:off x="3618453" y="3850777"/>
            <a:ext cx="819884" cy="8332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2"/>
            <a:endCxn id="8" idx="0"/>
          </p:cNvCxnSpPr>
          <p:nvPr/>
        </p:nvCxnSpPr>
        <p:spPr>
          <a:xfrm>
            <a:off x="6018151" y="3385282"/>
            <a:ext cx="1709707" cy="99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V="1">
            <a:off x="3838337" y="4629174"/>
            <a:ext cx="4489521" cy="3048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3724021" y="3203800"/>
            <a:ext cx="1700000" cy="1320000"/>
            <a:chOff x="3724021" y="3203800"/>
            <a:chExt cx="1700000" cy="1320000"/>
          </a:xfrm>
        </p:grpSpPr>
        <p:sp>
          <p:nvSpPr>
            <p:cNvPr id="4" name="Rectangle 3"/>
            <p:cNvSpPr/>
            <p:nvPr/>
          </p:nvSpPr>
          <p:spPr>
            <a:xfrm>
              <a:off x="3724021" y="32038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Animal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3724021" y="3643800"/>
              <a:ext cx="1700000" cy="56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  <a:p>
              <a:r>
                <a:rPr sz="900"/>
                <a:t>+int age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724021" y="42038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+makeSound()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984778" y="4327786"/>
            <a:ext cx="1700000" cy="1080000"/>
            <a:chOff x="6984778" y="4327786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6984778" y="4327786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Dog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984778" y="4767786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breed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84778" y="5087786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+fetch()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57200" y="2317957"/>
            <a:ext cx="1700000" cy="1080000"/>
            <a:chOff x="457200" y="2317957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457200" y="2317957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Cat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" y="2757957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+bool indoor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57200" y="3077957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+purr() : void</a:t>
              </a:r>
            </a:p>
          </p:txBody>
        </p:sp>
      </p:grpSp>
      <p:cxnSp>
        <p:nvCxnSpPr>
          <p:cNvPr id="16" name="Connector 15"/>
          <p:cNvCxnSpPr>
            <a:stCxn id="4" idx="1"/>
            <a:endCxn id="8" idx="3"/>
          </p:cNvCxnSpPr>
          <p:nvPr/>
        </p:nvCxnSpPr>
        <p:spPr>
          <a:xfrm>
            <a:off x="3724021" y="3423800"/>
            <a:ext cx="4960757" cy="1123986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4" idx="3"/>
            <a:endCxn id="12" idx="1"/>
          </p:cNvCxnSpPr>
          <p:nvPr/>
        </p:nvCxnSpPr>
        <p:spPr>
          <a:xfrm flipH="1" flipV="1">
            <a:off x="457200" y="2537957"/>
            <a:ext cx="4966821" cy="885843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907422" y="209594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3734954" y="305500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4229427" y="36495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4463" y="486889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4973140" y="23835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2591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2"/>
            <a:endCxn id="5" idx="0"/>
          </p:cNvCxnSpPr>
          <p:nvPr/>
        </p:nvCxnSpPr>
        <p:spPr>
          <a:xfrm flipH="1">
            <a:off x="4334954" y="2595949"/>
            <a:ext cx="172468" cy="4590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>
            <a:off x="4334954" y="3555006"/>
            <a:ext cx="494473" cy="945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2"/>
            <a:endCxn id="7" idx="0"/>
          </p:cNvCxnSpPr>
          <p:nvPr/>
        </p:nvCxnSpPr>
        <p:spPr>
          <a:xfrm flipH="1">
            <a:off x="3824463" y="4149517"/>
            <a:ext cx="1004964" cy="719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0"/>
            <a:endCxn id="8" idx="2"/>
          </p:cNvCxnSpPr>
          <p:nvPr/>
        </p:nvCxnSpPr>
        <p:spPr>
          <a:xfrm flipV="1">
            <a:off x="4829427" y="2883560"/>
            <a:ext cx="743713" cy="7659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3"/>
            <a:endCxn id="5" idx="1"/>
          </p:cNvCxnSpPr>
          <p:nvPr/>
        </p:nvCxnSpPr>
        <p:spPr>
          <a:xfrm flipH="1">
            <a:off x="3734954" y="2633560"/>
            <a:ext cx="2438186" cy="671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3824463" y="5368892"/>
            <a:ext cx="538128" cy="2572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486800" y="51524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3580" y="33104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4438" y="18960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3180" y="40937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H="1" flipV="1">
            <a:off x="5533580" y="3810410"/>
            <a:ext cx="2553220" cy="13420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104438" y="2146087"/>
            <a:ext cx="4029142" cy="14143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963180" y="2396087"/>
            <a:ext cx="741258" cy="16976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271770" y="434881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X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7029" y="358152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092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Z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 flipH="1" flipV="1">
            <a:off x="4187029" y="3831520"/>
            <a:ext cx="4284741" cy="767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 flipH="1" flipV="1">
            <a:off x="457200" y="3159210"/>
            <a:ext cx="4929829" cy="67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/>
            <a:r>
              <a:rPr sz="1800"/>
              <a:t>Flowchart / Sequence / Gantt / Class / State</a:t>
            </a:r>
          </a:p>
          <a:p>
            <a:pPr/>
            <a:r>
              <a:rPr sz="1800"/>
              <a:t>ER / User Journey / Pie / Quadrant / Requirement</a:t>
            </a:r>
          </a:p>
          <a:p>
            <a:pPr/>
            <a:r>
              <a:rPr sz="1800"/>
              <a:t>Git Graph / Mindmap / Timeline / ZenUML / Sankey</a:t>
            </a:r>
          </a:p>
          <a:p>
            <a:pPr/>
            <a:r>
              <a:rPr sz="1800"/>
              <a:t>XY Chart / Block / Packet / Kanban / Architecture / C4</a:t>
            </a:r>
          </a:p>
          <a:p>
            <a:pPr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