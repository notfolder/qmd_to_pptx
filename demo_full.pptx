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9"/>
    <p:sldId id="278" r:id="rId30"/>
    <p:sldId id="27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フローチャート（標準記法）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>
            <a:stCxn id="4" idx="1"/>
            <a:endCxn id="5" idx="3"/>
          </p:cNvCxnSpPr>
          <p:nvPr/>
        </p:nvCxnSpPr>
        <p:spPr>
          <a:xfrm>
            <a:off x="457200" y="3016604"/>
            <a:ext cx="37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1"/>
            <a:endCxn id="6" idx="3"/>
          </p:cNvCxnSpPr>
          <p:nvPr/>
        </p:nvCxnSpPr>
        <p:spPr>
          <a:xfrm flipV="1">
            <a:off x="3018453" y="3135282"/>
            <a:ext cx="35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7" idx="0"/>
          </p:cNvCxnSpPr>
          <p:nvPr/>
        </p:nvCxnSpPr>
        <p:spPr>
          <a:xfrm>
            <a:off x="3618453" y="3850777"/>
            <a:ext cx="819884" cy="8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8" idx="0"/>
          </p:cNvCxnSpPr>
          <p:nvPr/>
        </p:nvCxnSpPr>
        <p:spPr>
          <a:xfrm>
            <a:off x="6018151" y="3385282"/>
            <a:ext cx="1709707" cy="9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V="1">
            <a:off x="3838337" y="4629174"/>
            <a:ext cx="44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シーケンス図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42612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1218" y="36097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8660" y="16036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DB</a:t>
            </a:r>
          </a:p>
        </p:txBody>
      </p:sp>
      <p:cxnSp>
        <p:nvCxnSpPr>
          <p:cNvPr id="7" name="Connector 6"/>
          <p:cNvCxnSpPr>
            <a:stCxn id="4" idx="0"/>
            <a:endCxn id="5" idx="2"/>
          </p:cNvCxnSpPr>
          <p:nvPr/>
        </p:nvCxnSpPr>
        <p:spPr>
          <a:xfrm flipH="1" flipV="1">
            <a:off x="4571218" y="4109717"/>
            <a:ext cx="454902" cy="15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0"/>
            <a:endCxn id="6" idx="2"/>
          </p:cNvCxnSpPr>
          <p:nvPr/>
        </p:nvCxnSpPr>
        <p:spPr>
          <a:xfrm flipH="1" flipV="1">
            <a:off x="4118660" y="2103663"/>
            <a:ext cx="452558" cy="15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6" idx="2"/>
            <a:endCxn id="5" idx="0"/>
          </p:cNvCxnSpPr>
          <p:nvPr/>
        </p:nvCxnSpPr>
        <p:spPr>
          <a:xfrm>
            <a:off x="4118660" y="2103663"/>
            <a:ext cx="452558" cy="15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2"/>
            <a:endCxn id="4" idx="0"/>
          </p:cNvCxnSpPr>
          <p:nvPr/>
        </p:nvCxnSpPr>
        <p:spPr>
          <a:xfrm>
            <a:off x="4571218" y="4109717"/>
            <a:ext cx="454902" cy="15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Mermaid図（標準・Quartoネイティブ記法）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