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1"/>
    <p:sldId id="300" r:id="rId52"/>
    <p:sldId id="301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270181" y="2405392"/>
            <a:ext cx="2603638" cy="535777"/>
            <a:chOff x="3270181" y="2405392"/>
            <a:chExt cx="2603638" cy="535777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70181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73819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909602" cy="1095000"/>
            <a:chOff x="457200" y="4015777"/>
            <a:chExt cx="1909602" cy="109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86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138119" y="437476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66802" y="426269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1095000"/>
            <a:chOff x="2064600" y="1600200"/>
            <a:chExt cx="1200000" cy="109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244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1095000"/>
            <a:chOff x="2064600" y="2405392"/>
            <a:chExt cx="1200000" cy="109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325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1095000"/>
            <a:chOff x="2064600" y="3210585"/>
            <a:chExt cx="1200000" cy="109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405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228525"/>
            <a:ext cx="1695226" cy="897638"/>
            <a:chOff x="2064600" y="5228525"/>
            <a:chExt cx="1695226" cy="897638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559826" y="522852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