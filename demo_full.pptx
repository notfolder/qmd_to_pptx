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9"/>
    <p:sldId id="278" r:id="rId30"/>
    <p:sldId id="279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フローチャート（標準記法）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7666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8453" y="3350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18151" y="288528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</a:t>
            </a:r>
          </a:p>
        </p:txBody>
      </p:sp>
      <p:sp>
        <p:nvSpPr>
          <p:cNvPr id="7" name="Rectangle 6"/>
          <p:cNvSpPr/>
          <p:nvPr/>
        </p:nvSpPr>
        <p:spPr>
          <a:xfrm>
            <a:off x="3838337" y="46840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7858" y="437917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57200" y="3016604"/>
            <a:ext cx="2561253" cy="584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618453" y="3135282"/>
            <a:ext cx="2399698" cy="465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618453" y="3600777"/>
            <a:ext cx="819884" cy="13332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18151" y="3135282"/>
            <a:ext cx="1709707" cy="149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438337" y="4629174"/>
            <a:ext cx="3289521" cy="3048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シーケンス図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42612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Client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1218" y="36097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18660" y="16036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DB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571218" y="3859717"/>
            <a:ext cx="454902" cy="2016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4118660" y="1853663"/>
            <a:ext cx="452558" cy="20060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118660" y="1853663"/>
            <a:ext cx="452558" cy="20060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1218" y="3859717"/>
            <a:ext cx="454902" cy="2016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271770" y="434881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7029" y="358152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092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Z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787029" y="3831520"/>
            <a:ext cx="3084741" cy="76729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57200" y="3159210"/>
            <a:ext cx="3729829" cy="6723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Mermaid図（標準・Quartoネイティブ記法）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