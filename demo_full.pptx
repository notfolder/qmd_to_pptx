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8"/>
    <p:sldId id="297" r:id="rId49"/>
    <p:sldId id="298" r:id="rId5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666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8453" y="3350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8151" y="288528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</a:t>
            </a:r>
          </a:p>
        </p:txBody>
      </p:sp>
      <p:sp>
        <p:nvSpPr>
          <p:cNvPr id="7" name="Rectangle 6"/>
          <p:cNvSpPr/>
          <p:nvPr/>
        </p:nvSpPr>
        <p:spPr>
          <a:xfrm>
            <a:off x="3838337" y="46840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7858" y="437917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E</a:t>
            </a:r>
          </a:p>
        </p:txBody>
      </p:sp>
      <p:cxnSp>
        <p:nvCxnSpPr>
          <p:cNvPr id="9" name="Connector 8"/>
          <p:cNvCxnSpPr>
            <a:stCxn id="4" idx="1"/>
            <a:endCxn id="5" idx="3"/>
          </p:cNvCxnSpPr>
          <p:nvPr/>
        </p:nvCxnSpPr>
        <p:spPr>
          <a:xfrm>
            <a:off x="457200" y="3016604"/>
            <a:ext cx="3761253" cy="584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5" idx="1"/>
            <a:endCxn id="6" idx="3"/>
          </p:cNvCxnSpPr>
          <p:nvPr/>
        </p:nvCxnSpPr>
        <p:spPr>
          <a:xfrm flipV="1">
            <a:off x="3018453" y="3135282"/>
            <a:ext cx="3599698" cy="465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7" idx="0"/>
          </p:cNvCxnSpPr>
          <p:nvPr/>
        </p:nvCxnSpPr>
        <p:spPr>
          <a:xfrm>
            <a:off x="3618453" y="3850777"/>
            <a:ext cx="819884" cy="8332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8" idx="0"/>
          </p:cNvCxnSpPr>
          <p:nvPr/>
        </p:nvCxnSpPr>
        <p:spPr>
          <a:xfrm>
            <a:off x="6018151" y="3385282"/>
            <a:ext cx="1709707" cy="99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V="1">
            <a:off x="3838337" y="4629174"/>
            <a:ext cx="4489521" cy="3048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classDiagram
    class Animal {
        +String name
        +int age
        +makeSound() void
    }
    class Dog {
        +String breed
        +fetch() void
    }
    class Cat {
        +bool indoor
        +purr() void
    }
    Animal &lt;|-- Dog
    Animal &lt;|-- Cat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stateDiagram-v2
    [*] --&gt; 待機中
    待機中 --&gt; 処理中 : 開始
    処理中 --&gt; 完了 : 成功
    処理中 --&gt; エラー : 失敗
    エラー --&gt; 待機中 : リトライ
    完了 --&gt; [*]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erDiagram
    CUSTOMER ||--o{ ORDER : places
    ORDER ||--|{ LINE-ITEM : contains
    PRODUCT ||--o{ LINE-ITEM : includes
    CUSTOMER {
        int id
        string name
        string email
    }
    ORDER {
        int id
        date ordered_at
    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mindmap
    root((qmd_to_pptx))
        入力形式
            QMD
            Markdown
        出力
            PPTX
        機能
            数式
            Mermaid図
            テーブル
            コード
        利用方法
            ライブラリ
            MCPサーバー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271770" y="434881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7029" y="358152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092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Z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 flipH="1" flipV="1">
            <a:off x="4187029" y="3831520"/>
            <a:ext cx="4284741" cy="767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 flipH="1" flipV="1">
            <a:off x="457200" y="3159210"/>
            <a:ext cx="4929829" cy="67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/>
            <a:r>
              <a:rPr sz="1800"/>
              <a:t>Flowchart / Sequence / Gantt / Class / State</a:t>
            </a:r>
          </a:p>
          <a:p>
            <a:pPr/>
            <a:r>
              <a:rPr sz="1800"/>
              <a:t>ER / User Journey / Pie / Quadrant / Requirement</a:t>
            </a:r>
          </a:p>
          <a:p>
            <a:pPr/>
            <a:r>
              <a:rPr sz="1800"/>
              <a:t>Git Graph / Mindmap / Timeline / ZenUML / Sankey</a:t>
            </a:r>
          </a:p>
          <a:p>
            <a:pPr/>
            <a:r>
              <a:rPr sz="1800"/>
              <a:t>XY Chart / Block / Packet / Kanban / Architecture / C4</a:t>
            </a:r>
          </a:p>
          <a:p>
            <a:pPr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