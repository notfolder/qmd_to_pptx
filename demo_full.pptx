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4"/>
    <p:sldId id="303" r:id="rId55"/>
    <p:sldId id="304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notesMaster" Target="notesMasters/notesMaster1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言語別コード比率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Python</c:v>
                </c:pt>
                <c:pt idx="1">
                  <c:v>TypeScript</c:v>
                </c:pt>
                <c:pt idx="2">
                  <c:v>Rust</c:v>
                </c:pt>
                <c:pt idx="3">
                  <c:v>Go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28.0</c:v>
                </c:pt>
                <c:pt idx="2">
                  <c:v>15.0</c:v>
                </c:pt>
                <c:pt idx="3">
                  <c:v>10.0</c:v>
                </c:pt>
                <c:pt idx="4">
                  <c:v>5.0</c:v>
                </c:pt>
              </c:numCache>
            </c:numRef>
          </c:val>
        </c:ser>
        <c:dLbls>
          <c:dLblPos val="bestFit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売上内訳（百万円）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製品A</c:v>
                </c:pt>
                <c:pt idx="1">
                  <c:v>製品B</c:v>
                </c:pt>
                <c:pt idx="2">
                  <c:v>製品C</c:v>
                </c:pt>
                <c:pt idx="3">
                  <c:v>サービス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120.5</c:v>
                </c:pt>
                <c:pt idx="1">
                  <c:v>87.3</c:v>
                </c:pt>
                <c:pt idx="2">
                  <c:v>54.0</c:v>
                </c:pt>
                <c:pt idx="3">
                  <c:v>38.2</c:v>
                </c:pt>
              </c:numCache>
            </c:numRef>
          </c:val>
        </c:ser>
        <c:dLbls>
          <c:dLblPos val="bestFit"/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3"/>
            <a:endCxn id="5" idx="1"/>
          </p:cNvCxnSpPr>
          <p:nvPr/>
        </p:nvCxnSpPr>
        <p:spPr>
          <a:xfrm>
            <a:off x="165720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3"/>
            <a:endCxn id="6" idx="1"/>
          </p:cNvCxnSpPr>
          <p:nvPr/>
        </p:nvCxnSpPr>
        <p:spPr>
          <a:xfrm>
            <a:off x="306312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3"/>
            <a:endCxn id="7" idx="1"/>
          </p:cNvCxnSpPr>
          <p:nvPr/>
        </p:nvCxnSpPr>
        <p:spPr>
          <a:xfrm>
            <a:off x="446904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3"/>
            <a:endCxn id="8" idx="1"/>
          </p:cNvCxnSpPr>
          <p:nvPr/>
        </p:nvCxnSpPr>
        <p:spPr>
          <a:xfrm>
            <a:off x="587496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3"/>
            <a:endCxn id="9" idx="1"/>
          </p:cNvCxnSpPr>
          <p:nvPr/>
        </p:nvCxnSpPr>
        <p:spPr>
          <a:xfrm>
            <a:off x="728088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1"/>
            <a:endCxn id="10" idx="3"/>
          </p:cNvCxnSpPr>
          <p:nvPr/>
        </p:nvCxnSpPr>
        <p:spPr>
          <a:xfrm flipH="1">
            <a:off x="1657200" y="2437860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3"/>
            <a:endCxn id="11" idx="1"/>
          </p:cNvCxnSpPr>
          <p:nvPr/>
        </p:nvCxnSpPr>
        <p:spPr>
          <a:xfrm>
            <a:off x="165720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3"/>
            <a:endCxn id="12" idx="1"/>
          </p:cNvCxnSpPr>
          <p:nvPr/>
        </p:nvCxnSpPr>
        <p:spPr>
          <a:xfrm>
            <a:off x="306312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3"/>
            <a:endCxn id="13" idx="1"/>
          </p:cNvCxnSpPr>
          <p:nvPr/>
        </p:nvCxnSpPr>
        <p:spPr>
          <a:xfrm>
            <a:off x="446904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>
            <a:off x="587496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>
            <a:off x="728088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H="1">
            <a:off x="1657200" y="3863181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1"/>
          </p:cNvCxnSpPr>
          <p:nvPr/>
        </p:nvCxnSpPr>
        <p:spPr>
          <a:xfrm>
            <a:off x="1657200" y="5288502"/>
            <a:ext cx="58296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1"/>
            <a:endCxn id="6" idx="3"/>
          </p:cNvCxnSpPr>
          <p:nvPr/>
        </p:nvCxnSpPr>
        <p:spPr>
          <a:xfrm flipH="1">
            <a:off x="16572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3"/>
            <a:endCxn id="7" idx="1"/>
          </p:cNvCxnSpPr>
          <p:nvPr/>
        </p:nvCxnSpPr>
        <p:spPr>
          <a:xfrm>
            <a:off x="51720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3"/>
            <a:endCxn id="11" idx="1"/>
          </p:cNvCxnSpPr>
          <p:nvPr/>
        </p:nvCxnSpPr>
        <p:spPr>
          <a:xfrm>
            <a:off x="1657200" y="4265777"/>
            <a:ext cx="11432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3"/>
            <a:endCxn id="12" idx="1"/>
          </p:cNvCxnSpPr>
          <p:nvPr/>
        </p:nvCxnSpPr>
        <p:spPr>
          <a:xfrm>
            <a:off x="1657200" y="4265777"/>
            <a:ext cx="34864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3"/>
            <a:endCxn id="14" idx="1"/>
          </p:cNvCxnSpPr>
          <p:nvPr/>
        </p:nvCxnSpPr>
        <p:spPr>
          <a:xfrm>
            <a:off x="16572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51720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 33"/>
          <p:cNvGrpSpPr/>
          <p:nvPr/>
        </p:nvGrpSpPr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グループ 27"/>
          <p:cNvGrpSpPr/>
          <p:nvPr/>
        </p:nvGrpSpPr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nvGrpSpPr>
          <p:cNvPr id="29" name="グループ 29"/>
          <p:cNvGrpSpPr/>
          <p:nvPr/>
        </p:nvGrpSpPr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nvGrpSpPr>
          <p:cNvPr id="30" name="グループ 30"/>
          <p:cNvGrpSpPr/>
          <p:nvPr/>
        </p:nvGrpSpPr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3"/>
            <a:endCxn id="8" idx="1"/>
          </p:cNvCxnSpPr>
          <p:nvPr/>
        </p:nvCxnSpPr>
        <p:spPr>
          <a:xfrm>
            <a:off x="2157200" y="1820200"/>
            <a:ext cx="15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3"/>
            <a:endCxn id="12" idx="1"/>
          </p:cNvCxnSpPr>
          <p:nvPr/>
        </p:nvCxnSpPr>
        <p:spPr>
          <a:xfrm>
            <a:off x="5422000" y="1820200"/>
            <a:ext cx="15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1"/>
            <a:endCxn id="16" idx="3"/>
          </p:cNvCxnSpPr>
          <p:nvPr/>
        </p:nvCxnSpPr>
        <p:spPr>
          <a:xfrm flipH="1">
            <a:off x="2157200" y="1820200"/>
            <a:ext cx="15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1"/>
            <a:endCxn id="28" idx="3"/>
          </p:cNvCxnSpPr>
          <p:nvPr/>
        </p:nvCxnSpPr>
        <p:spPr>
          <a:xfrm flipH="1">
            <a:off x="2157200" y="3543181"/>
            <a:ext cx="15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3"/>
            <a:endCxn id="24" idx="1"/>
          </p:cNvCxnSpPr>
          <p:nvPr/>
        </p:nvCxnSpPr>
        <p:spPr>
          <a:xfrm>
            <a:off x="5422000" y="1820200"/>
            <a:ext cx="15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1"/>
            <a:endCxn id="28" idx="3"/>
          </p:cNvCxnSpPr>
          <p:nvPr/>
        </p:nvCxnSpPr>
        <p:spPr>
          <a:xfrm flipH="1">
            <a:off x="2157200" y="5266163"/>
            <a:ext cx="15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3"/>
            <a:endCxn id="7" idx="1"/>
          </p:cNvCxnSpPr>
          <p:nvPr/>
        </p:nvCxnSpPr>
        <p:spPr>
          <a:xfrm>
            <a:off x="5172000" y="3863181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1"/>
            <a:endCxn id="8" idx="3"/>
          </p:cNvCxnSpPr>
          <p:nvPr/>
        </p:nvCxnSpPr>
        <p:spPr>
          <a:xfrm flipH="1">
            <a:off x="2008679" y="3863181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3"/>
            <a:endCxn id="5" idx="1"/>
          </p:cNvCxnSpPr>
          <p:nvPr/>
        </p:nvCxnSpPr>
        <p:spPr>
          <a:xfrm flipV="1">
            <a:off x="2008679" y="2957339"/>
            <a:ext cx="1963321" cy="1811684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1"/>
            <a:endCxn id="9" idx="3"/>
          </p:cNvCxnSpPr>
          <p:nvPr/>
        </p:nvCxnSpPr>
        <p:spPr>
          <a:xfrm flipH="1">
            <a:off x="4797000" y="4769023"/>
            <a:ext cx="2338320" cy="90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グループ 21"/>
          <p:cNvGrpSpPr/>
          <p:nvPr/>
        </p:nvGrpSpPr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nvGrpSpPr>
          <p:cNvPr id="22" name="グループ 22"/>
          <p:cNvGrpSpPr/>
          <p:nvPr/>
        </p:nvGrpSpPr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nvGrpSpPr>
          <p:cNvPr id="23" name="グループ 23"/>
          <p:cNvGrpSpPr/>
          <p:nvPr/>
        </p:nvGrpSpPr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3"/>
            <a:endCxn id="5" idx="1"/>
          </p:cNvCxnSpPr>
          <p:nvPr/>
        </p:nvCxnSpPr>
        <p:spPr>
          <a:xfrm>
            <a:off x="1598679" y="3863181"/>
            <a:ext cx="127332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3"/>
            <a:endCxn id="12" idx="1"/>
          </p:cNvCxnSpPr>
          <p:nvPr/>
        </p:nvCxnSpPr>
        <p:spPr>
          <a:xfrm>
            <a:off x="3141999" y="3608180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3"/>
            <a:endCxn id="13" idx="1"/>
          </p:cNvCxnSpPr>
          <p:nvPr/>
        </p:nvCxnSpPr>
        <p:spPr>
          <a:xfrm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1"/>
            <a:endCxn id="12" idx="3"/>
          </p:cNvCxnSpPr>
          <p:nvPr/>
        </p:nvCxnSpPr>
        <p:spPr>
          <a:xfrm flipH="1"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3"/>
            <a:endCxn id="15" idx="1"/>
          </p:cNvCxnSpPr>
          <p:nvPr/>
        </p:nvCxnSpPr>
        <p:spPr>
          <a:xfrm>
            <a:off x="3141999" y="4958181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3"/>
            <a:endCxn id="16" idx="1"/>
          </p:cNvCxnSpPr>
          <p:nvPr/>
        </p:nvCxnSpPr>
        <p:spPr>
          <a:xfrm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1"/>
            <a:endCxn id="15" idx="3"/>
          </p:cNvCxnSpPr>
          <p:nvPr/>
        </p:nvCxnSpPr>
        <p:spPr>
          <a:xfrm flipH="1"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5" idx="3"/>
            <a:endCxn id="9" idx="1"/>
          </p:cNvCxnSpPr>
          <p:nvPr/>
        </p:nvCxnSpPr>
        <p:spPr>
          <a:xfrm>
            <a:off x="6272000" y="3863181"/>
            <a:ext cx="12383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グループ 30"/>
          <p:cNvGrpSpPr/>
          <p:nvPr/>
        </p:nvGrpSpPr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1" name="グループ 31"/>
          <p:cNvGrpSpPr/>
          <p:nvPr/>
        </p:nvGrpSpPr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2" name="グループ 32"/>
          <p:cNvGrpSpPr/>
          <p:nvPr/>
        </p:nvGrpSpPr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nvGrpSpPr>
          <p:cNvPr id="33" name="グループ 33"/>
          <p:cNvGrpSpPr/>
          <p:nvPr/>
        </p:nvGrpSpPr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1"/>
            <a:endCxn id="8" idx="3"/>
          </p:cNvCxnSpPr>
          <p:nvPr/>
        </p:nvCxnSpPr>
        <p:spPr>
          <a:xfrm flipH="1">
            <a:off x="2008679" y="2957339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3"/>
            <a:endCxn id="9" idx="1"/>
          </p:cNvCxnSpPr>
          <p:nvPr/>
        </p:nvCxnSpPr>
        <p:spPr>
          <a:xfrm>
            <a:off x="5172000" y="2957339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3"/>
            <a:endCxn id="4" idx="1"/>
          </p:cNvCxnSpPr>
          <p:nvPr/>
        </p:nvCxnSpPr>
        <p:spPr>
          <a:xfrm>
            <a:off x="2008679" y="3863181"/>
            <a:ext cx="8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1"/>
            <a:endCxn id="4" idx="3"/>
          </p:cNvCxnSpPr>
          <p:nvPr/>
        </p:nvCxnSpPr>
        <p:spPr>
          <a:xfrm flipH="1">
            <a:off x="6272000" y="3863181"/>
            <a:ext cx="8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グループ 26"/>
          <p:cNvGrpSpPr/>
          <p:nvPr/>
        </p:nvGrpSpPr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nvGrpSpPr>
          <p:cNvPr id="27" name="グループ 27"/>
          <p:cNvGrpSpPr/>
          <p:nvPr/>
        </p:nvGrpSpPr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33" name="グループ 33"/>
          <p:cNvGrpSpPr/>
          <p:nvPr/>
        </p:nvGrpSpPr>
        <p:grpSpPr>
          <a:xfrm>
            <a:off x="6019516" y="4036394"/>
            <a:ext cx="2400000" cy="1889769"/>
            <a:chOff x="6019516" y="4036394"/>
            <a:chExt cx="2400000" cy="1889769"/>
          </a:xfrm>
        </p:grpSpPr>
        <p:sp>
          <p:nvSpPr>
            <p:cNvPr id="4" name="Rectangle 3"/>
            <p:cNvSpPr/>
            <p:nvPr/>
          </p:nvSpPr>
          <p:spPr>
            <a:xfrm>
              <a:off x="6019516" y="4606163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Rectangle 4"/>
            <p:cNvSpPr/>
            <p:nvPr/>
          </p:nvSpPr>
          <p:spPr>
            <a:xfrm>
              <a:off x="6019516" y="4606163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CUSTOMER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019516" y="50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019516" y="5326163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19516" y="56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email             </a:t>
              </a:r>
              <a:r>
                <a:rPr sz="800" b="1">
                  <a:solidFill>
                    <a:srgbClr val="008000"/>
                  </a:solidFill>
                </a:rPr>
                <a:t>  UK</a:t>
              </a:r>
              <a:r>
                <a:rPr sz="800" i="1">
                  <a:solidFill>
                    <a:srgbClr val="828282"/>
                  </a:solidFill>
                </a:rPr>
                <a:t>  "Email address"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71062" y="4326250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5013" y="4036394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places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5045176" y="2502705"/>
            <a:ext cx="3441624" cy="1599913"/>
            <a:chOff x="5045176" y="2502705"/>
            <a:chExt cx="3441624" cy="1599913"/>
          </a:xfrm>
        </p:grpSpPr>
        <p:sp>
          <p:nvSpPr>
            <p:cNvPr id="9" name="Rectangle 8"/>
            <p:cNvSpPr/>
            <p:nvPr/>
          </p:nvSpPr>
          <p:spPr>
            <a:xfrm>
              <a:off x="6086800" y="2502705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Rectangle 9"/>
            <p:cNvSpPr/>
            <p:nvPr/>
          </p:nvSpPr>
          <p:spPr>
            <a:xfrm>
              <a:off x="6086800" y="2502705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ORDER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86800" y="29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86800" y="3222705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customer_id       </a:t>
              </a:r>
              <a:r>
                <a:rPr sz="800" b="1">
                  <a:solidFill>
                    <a:srgbClr val="0046B4"/>
                  </a:solidFill>
                </a:rPr>
                <a:t>  FK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86800" y="35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date      </a:t>
              </a:r>
              <a:r>
                <a:rPr sz="900" b="0"/>
                <a:t>  ordered_at       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085253" y="3882618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744964" y="27852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45176" y="272148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contains</a:t>
              </a:r>
            </a:p>
          </p:txBody>
        </p:sp>
      </p:grpSp>
      <p:grpSp>
        <p:nvGrpSpPr>
          <p:cNvPr id="35" name="グループ 35"/>
          <p:cNvGrpSpPr/>
          <p:nvPr/>
        </p:nvGrpSpPr>
        <p:grpSpPr>
          <a:xfrm>
            <a:off x="2496601" y="1800200"/>
            <a:ext cx="2741836" cy="1546006"/>
            <a:chOff x="2496601" y="1800200"/>
            <a:chExt cx="2741836" cy="1546006"/>
          </a:xfrm>
        </p:grpSpPr>
        <p:sp>
          <p:nvSpPr>
            <p:cNvPr id="14" name="Rectangle 13"/>
            <p:cNvSpPr/>
            <p:nvPr/>
          </p:nvSpPr>
          <p:spPr>
            <a:xfrm>
              <a:off x="2496601" y="1800200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2496601" y="1800200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LINE-ITEM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96601" y="22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productCode       </a:t>
              </a:r>
              <a:r>
                <a:rPr sz="800" b="1">
                  <a:solidFill>
                    <a:srgbClr val="C40000"/>
                  </a:solidFill>
                </a:rPr>
                <a:t>  PK,FK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96601" y="2520200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0"/>
                <a:t>  quantity          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96601" y="28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pricePerUnit     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888437" y="26176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1..*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690327" y="3126206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</p:grpSp>
      <p:grpSp>
        <p:nvGrpSpPr>
          <p:cNvPr id="36" name="グループ 36"/>
          <p:cNvGrpSpPr/>
          <p:nvPr/>
        </p:nvGrpSpPr>
        <p:grpSpPr>
          <a:xfrm>
            <a:off x="657200" y="3090233"/>
            <a:ext cx="2835950" cy="1747075"/>
            <a:chOff x="657200" y="3090233"/>
            <a:chExt cx="2835950" cy="1747075"/>
          </a:xfrm>
        </p:grpSpPr>
        <p:sp>
          <p:nvSpPr>
            <p:cNvPr id="19" name="Rectangle 18"/>
            <p:cNvSpPr/>
            <p:nvPr/>
          </p:nvSpPr>
          <p:spPr>
            <a:xfrm>
              <a:off x="657200" y="3517308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657200" y="3517308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PRODUCT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7200" y="39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code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200" y="4237308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7200" y="45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             </a:t>
              </a:r>
              <a:r>
                <a:rPr sz="800" i="1">
                  <a:solidFill>
                    <a:srgbClr val="828282"/>
                  </a:solidFill>
                </a:rPr>
                <a:t>  "Unit price"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13473" y="329130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293150" y="309023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includes</a:t>
              </a:r>
            </a:p>
          </p:txBody>
        </p:sp>
      </p:grpSp>
      <p:cxnSp>
        <p:nvCxnSpPr>
          <p:cNvPr id="37" name="Connector 36"/>
          <p:cNvCxnSpPr>
            <a:stCxn id="4" idx="0"/>
            <a:endCxn id="9" idx="2"/>
          </p:cNvCxnSpPr>
          <p:nvPr/>
        </p:nvCxnSpPr>
        <p:spPr>
          <a:xfrm flipV="1">
            <a:off x="7219516" y="3822705"/>
            <a:ext cx="67284" cy="783458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9" idx="1"/>
            <a:endCxn id="14" idx="3"/>
          </p:cNvCxnSpPr>
          <p:nvPr/>
        </p:nvCxnSpPr>
        <p:spPr>
          <a:xfrm flipH="1" flipV="1">
            <a:off x="4896601" y="2460200"/>
            <a:ext cx="1190199" cy="702505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9" idx="3"/>
            <a:endCxn id="14" idx="1"/>
          </p:cNvCxnSpPr>
          <p:nvPr/>
        </p:nvCxnSpPr>
        <p:spPr>
          <a:xfrm flipV="1" flipH="1">
            <a:off x="2496601" y="2460200"/>
            <a:ext cx="560599" cy="1717108"/>
          </a:xfrm>
          <a:prstGeom prst="line">
            <a:avLst/>
          </a:prstGeom>
          <a:ln>
            <a:solidFill>
              <a:srgbClr val="3232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5431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E1E3C"/>
                </a:solidFill>
              </a:rPr>
              <a:t>オンラインショッピング体験</a:t>
            </a:r>
          </a:p>
        </p:txBody>
      </p:sp>
      <p:sp>
        <p:nvSpPr>
          <p:cNvPr id="5" name="Oval 4"/>
          <p:cNvSpPr/>
          <p:nvPr/>
        </p:nvSpPr>
        <p:spPr>
          <a:xfrm>
            <a:off x="537200" y="2263315"/>
            <a:ext cx="160000" cy="16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7200" y="2143315"/>
            <a:ext cx="7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8283C"/>
                </a:solidFill>
              </a:rPr>
              <a:t>ユーザー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7200" y="2143315"/>
            <a:ext cx="3539800" cy="796569"/>
          </a:xfrm>
          <a:prstGeom prst="roundRect">
            <a:avLst/>
          </a:prstGeom>
          <a:solidFill>
            <a:srgbClr val="5B4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商品探し</a:t>
            </a:r>
          </a:p>
        </p:txBody>
      </p:sp>
      <p:sp>
        <p:nvSpPr>
          <p:cNvPr id="8" name="Oval 7"/>
          <p:cNvSpPr/>
          <p:nvPr/>
        </p:nvSpPr>
        <p:spPr>
          <a:xfrm>
            <a:off x="16029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972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サイト訪問</a:t>
            </a:r>
          </a:p>
        </p:txBody>
      </p:sp>
      <p:sp>
        <p:nvSpPr>
          <p:cNvPr id="10" name="Oval 9"/>
          <p:cNvSpPr/>
          <p:nvPr/>
        </p:nvSpPr>
        <p:spPr>
          <a:xfrm>
            <a:off x="20355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995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938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検索実行</a:t>
            </a:r>
          </a:p>
        </p:txBody>
      </p:sp>
      <p:sp>
        <p:nvSpPr>
          <p:cNvPr id="13" name="Oval 12"/>
          <p:cNvSpPr/>
          <p:nvPr/>
        </p:nvSpPr>
        <p:spPr>
          <a:xfrm>
            <a:off x="32321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961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904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商品選択</a:t>
            </a:r>
          </a:p>
        </p:txBody>
      </p:sp>
      <p:sp>
        <p:nvSpPr>
          <p:cNvPr id="16" name="Oval 15"/>
          <p:cNvSpPr/>
          <p:nvPr/>
        </p:nvSpPr>
        <p:spPr>
          <a:xfrm>
            <a:off x="44287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47000" y="2143315"/>
            <a:ext cx="3539800" cy="796569"/>
          </a:xfrm>
          <a:prstGeom prst="roundRect">
            <a:avLst/>
          </a:prstGeom>
          <a:solidFill>
            <a:srgbClr val="2E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購入</a:t>
            </a:r>
          </a:p>
        </p:txBody>
      </p:sp>
      <p:sp>
        <p:nvSpPr>
          <p:cNvPr id="18" name="Oval 17"/>
          <p:cNvSpPr/>
          <p:nvPr/>
        </p:nvSpPr>
        <p:spPr>
          <a:xfrm>
            <a:off x="51927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70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カートに追加</a:t>
            </a:r>
          </a:p>
        </p:txBody>
      </p:sp>
      <p:sp>
        <p:nvSpPr>
          <p:cNvPr id="20" name="Oval 19"/>
          <p:cNvSpPr/>
          <p:nvPr/>
        </p:nvSpPr>
        <p:spPr>
          <a:xfrm>
            <a:off x="56253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93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36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決済手続き</a:t>
            </a:r>
          </a:p>
        </p:txBody>
      </p:sp>
      <p:sp>
        <p:nvSpPr>
          <p:cNvPr id="23" name="Oval 22"/>
          <p:cNvSpPr/>
          <p:nvPr/>
        </p:nvSpPr>
        <p:spPr>
          <a:xfrm>
            <a:off x="68219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859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02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注文完了</a:t>
            </a:r>
          </a:p>
        </p:txBody>
      </p:sp>
      <p:sp>
        <p:nvSpPr>
          <p:cNvPr id="26" name="Oval 25"/>
          <p:cNvSpPr/>
          <p:nvPr/>
        </p:nvSpPr>
        <p:spPr>
          <a:xfrm>
            <a:off x="80185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8a. 円グラフ（Pie Chart） - パーセント表示（showData なし）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8b. 円グラフ（Pie Chart） - パーセント + 実数値表示（showData あり）: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3"/>
            <a:endCxn id="5" idx="1"/>
          </p:cNvCxnSpPr>
          <p:nvPr/>
        </p:nvCxnSpPr>
        <p:spPr>
          <a:xfrm flipH="1">
            <a:off x="5270072" y="3863181"/>
            <a:ext cx="51928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3"/>
            <a:endCxn id="6" idx="1"/>
          </p:cNvCxnSpPr>
          <p:nvPr/>
        </p:nvCxnSpPr>
        <p:spPr>
          <a:xfrm flipV="1">
            <a:off x="6370072" y="4311883"/>
            <a:ext cx="102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3"/>
            <a:endCxn id="7" idx="1"/>
          </p:cNvCxnSpPr>
          <p:nvPr/>
        </p:nvCxnSpPr>
        <p:spPr>
          <a:xfrm>
            <a:off x="6370072" y="4484839"/>
            <a:ext cx="28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1"/>
            <a:endCxn id="9" idx="3"/>
          </p:cNvCxnSpPr>
          <p:nvPr/>
        </p:nvCxnSpPr>
        <p:spPr>
          <a:xfrm>
            <a:off x="3822000" y="3863181"/>
            <a:ext cx="35280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1"/>
            <a:endCxn id="11" idx="3"/>
          </p:cNvCxnSpPr>
          <p:nvPr/>
        </p:nvCxnSpPr>
        <p:spPr>
          <a:xfrm>
            <a:off x="3074805" y="4634704"/>
            <a:ext cx="12804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1"/>
            <a:endCxn id="12" idx="3"/>
          </p:cNvCxnSpPr>
          <p:nvPr/>
        </p:nvCxnSpPr>
        <p:spPr>
          <a:xfrm flipH="1">
            <a:off x="2029168" y="4634704"/>
            <a:ext cx="104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1"/>
            <a:endCxn id="13" idx="3"/>
          </p:cNvCxnSpPr>
          <p:nvPr/>
        </p:nvCxnSpPr>
        <p:spPr>
          <a:xfrm flipH="1" flipV="1">
            <a:off x="3503044" y="3638830"/>
            <a:ext cx="3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1647184" y="3638830"/>
            <a:ext cx="75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1"/>
            <a:endCxn id="15" idx="3"/>
          </p:cNvCxnSpPr>
          <p:nvPr/>
        </p:nvCxnSpPr>
        <p:spPr>
          <a:xfrm flipH="1" flipV="1">
            <a:off x="2029168" y="2991853"/>
            <a:ext cx="37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1"/>
            <a:endCxn id="17" idx="3"/>
          </p:cNvCxnSpPr>
          <p:nvPr/>
        </p:nvCxnSpPr>
        <p:spPr>
          <a:xfrm flipH="1" flipV="1">
            <a:off x="3087609" y="2320134"/>
            <a:ext cx="73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3"/>
            <a:endCxn id="19" idx="1"/>
          </p:cNvCxnSpPr>
          <p:nvPr/>
        </p:nvCxnSpPr>
        <p:spPr>
          <a:xfrm flipV="1">
            <a:off x="4921017" y="2110080"/>
            <a:ext cx="42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3"/>
            <a:endCxn id="20" idx="1"/>
          </p:cNvCxnSpPr>
          <p:nvPr/>
        </p:nvCxnSpPr>
        <p:spPr>
          <a:xfrm flipV="1">
            <a:off x="5322000" y="3427517"/>
            <a:ext cx="1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3"/>
            <a:endCxn id="21" idx="1"/>
          </p:cNvCxnSpPr>
          <p:nvPr/>
        </p:nvCxnSpPr>
        <p:spPr>
          <a:xfrm flipV="1">
            <a:off x="6598416" y="2619865"/>
            <a:ext cx="5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3"/>
            <a:endCxn id="22" idx="1"/>
          </p:cNvCxnSpPr>
          <p:nvPr/>
        </p:nvCxnSpPr>
        <p:spPr>
          <a:xfrm flipV="1">
            <a:off x="6598416" y="3414479"/>
            <a:ext cx="80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>
            <a:off x="16572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>
            <a:off x="51720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