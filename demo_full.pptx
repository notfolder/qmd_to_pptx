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822000" y="3863181"/>
            <a:ext cx="2548072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270072" y="4311883"/>
            <a:ext cx="294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270072" y="4484839"/>
            <a:ext cx="220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074805" y="3863181"/>
            <a:ext cx="224719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267609" y="4634704"/>
            <a:ext cx="1907196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09168" y="4634704"/>
            <a:ext cx="296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03044" y="3638830"/>
            <a:ext cx="29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27184" y="3638830"/>
            <a:ext cx="267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09168" y="2991853"/>
            <a:ext cx="229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267609" y="2320134"/>
            <a:ext cx="265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821017" y="2110080"/>
            <a:ext cx="234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822000" y="3427517"/>
            <a:ext cx="27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498416" y="2619865"/>
            <a:ext cx="197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498416" y="3414479"/>
            <a:ext cx="272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